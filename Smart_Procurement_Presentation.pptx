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609BD2-9F99-4E41-8EF1-724B3CE4405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09C238-C499-4D5D-A3AE-F9D3F25FC494}">
      <dgm:prSet/>
      <dgm:spPr/>
      <dgm:t>
        <a:bodyPr/>
        <a:lstStyle/>
        <a:p>
          <a:r>
            <a:rPr lang="en-US" dirty="0"/>
            <a:t>Backend: Java 21, Spring Boot 3.x</a:t>
          </a:r>
        </a:p>
      </dgm:t>
    </dgm:pt>
    <dgm:pt modelId="{6A327848-F25F-476C-8298-2FF8D2D26529}" type="parTrans" cxnId="{FA276508-E632-4E85-81ED-6A392491CA42}">
      <dgm:prSet/>
      <dgm:spPr/>
      <dgm:t>
        <a:bodyPr/>
        <a:lstStyle/>
        <a:p>
          <a:endParaRPr lang="en-US"/>
        </a:p>
      </dgm:t>
    </dgm:pt>
    <dgm:pt modelId="{CFC4E17C-889E-4297-84C8-C10942EAB917}" type="sibTrans" cxnId="{FA276508-E632-4E85-81ED-6A392491CA42}">
      <dgm:prSet/>
      <dgm:spPr/>
      <dgm:t>
        <a:bodyPr/>
        <a:lstStyle/>
        <a:p>
          <a:endParaRPr lang="en-US"/>
        </a:p>
      </dgm:t>
    </dgm:pt>
    <dgm:pt modelId="{485765D7-45CC-4A79-8B3F-8F06CDD61296}">
      <dgm:prSet/>
      <dgm:spPr/>
      <dgm:t>
        <a:bodyPr/>
        <a:lstStyle/>
        <a:p>
          <a:r>
            <a:rPr lang="en-US"/>
            <a:t>Security: Spring Security, JWT, BCrypt</a:t>
          </a:r>
        </a:p>
      </dgm:t>
    </dgm:pt>
    <dgm:pt modelId="{C3220975-C6FD-415E-AB56-21F50A5DACB2}" type="parTrans" cxnId="{D7AD8E8F-CD39-4C67-B29A-E0FAAB7CFBC2}">
      <dgm:prSet/>
      <dgm:spPr/>
      <dgm:t>
        <a:bodyPr/>
        <a:lstStyle/>
        <a:p>
          <a:endParaRPr lang="en-US"/>
        </a:p>
      </dgm:t>
    </dgm:pt>
    <dgm:pt modelId="{E46D6234-7AAD-4C87-B183-BDE31F2EBE77}" type="sibTrans" cxnId="{D7AD8E8F-CD39-4C67-B29A-E0FAAB7CFBC2}">
      <dgm:prSet/>
      <dgm:spPr/>
      <dgm:t>
        <a:bodyPr/>
        <a:lstStyle/>
        <a:p>
          <a:endParaRPr lang="en-US"/>
        </a:p>
      </dgm:t>
    </dgm:pt>
    <dgm:pt modelId="{3966362B-6929-417A-A1D0-AC7176B2CC1C}">
      <dgm:prSet/>
      <dgm:spPr/>
      <dgm:t>
        <a:bodyPr/>
        <a:lstStyle/>
        <a:p>
          <a:r>
            <a:rPr lang="en-US"/>
            <a:t>Data Layer: Hibernate/JPA, MySQL 8.x</a:t>
          </a:r>
        </a:p>
      </dgm:t>
    </dgm:pt>
    <dgm:pt modelId="{FC86FA1C-43A5-477A-BD8A-14C7F7BC09A7}" type="parTrans" cxnId="{5EF2688B-E786-4AA3-88C3-2DAF62470A45}">
      <dgm:prSet/>
      <dgm:spPr/>
      <dgm:t>
        <a:bodyPr/>
        <a:lstStyle/>
        <a:p>
          <a:endParaRPr lang="en-US"/>
        </a:p>
      </dgm:t>
    </dgm:pt>
    <dgm:pt modelId="{35D22C4B-F37E-4519-824A-455E89C0AB49}" type="sibTrans" cxnId="{5EF2688B-E786-4AA3-88C3-2DAF62470A45}">
      <dgm:prSet/>
      <dgm:spPr/>
      <dgm:t>
        <a:bodyPr/>
        <a:lstStyle/>
        <a:p>
          <a:endParaRPr lang="en-US"/>
        </a:p>
      </dgm:t>
    </dgm:pt>
    <dgm:pt modelId="{28916DB5-5B25-4A78-9B9B-D5411203EE0B}">
      <dgm:prSet/>
      <dgm:spPr/>
      <dgm:t>
        <a:bodyPr/>
        <a:lstStyle/>
        <a:p>
          <a:r>
            <a:rPr lang="en-US" dirty="0"/>
            <a:t>Reporting: </a:t>
          </a:r>
          <a:r>
            <a:rPr lang="en-US" dirty="0" err="1"/>
            <a:t>JasperReports</a:t>
          </a:r>
          <a:r>
            <a:rPr lang="en-US" dirty="0"/>
            <a:t> 7 (PDF &amp; Excel)</a:t>
          </a:r>
        </a:p>
      </dgm:t>
    </dgm:pt>
    <dgm:pt modelId="{4ACCA500-FED7-4F2A-BD10-6979DBECDEE2}" type="parTrans" cxnId="{16DA612A-DFE9-4422-B859-F02CAE3CE8E6}">
      <dgm:prSet/>
      <dgm:spPr/>
      <dgm:t>
        <a:bodyPr/>
        <a:lstStyle/>
        <a:p>
          <a:endParaRPr lang="en-US"/>
        </a:p>
      </dgm:t>
    </dgm:pt>
    <dgm:pt modelId="{6B0FFDF3-6488-423F-B07E-14C7B8950E0B}" type="sibTrans" cxnId="{16DA612A-DFE9-4422-B859-F02CAE3CE8E6}">
      <dgm:prSet/>
      <dgm:spPr/>
      <dgm:t>
        <a:bodyPr/>
        <a:lstStyle/>
        <a:p>
          <a:endParaRPr lang="en-US"/>
        </a:p>
      </dgm:t>
    </dgm:pt>
    <dgm:pt modelId="{1E544109-E7F7-4761-B7C4-D6EAB1C79C93}">
      <dgm:prSet/>
      <dgm:spPr/>
      <dgm:t>
        <a:bodyPr/>
        <a:lstStyle/>
        <a:p>
          <a:r>
            <a:rPr lang="en-US" dirty="0"/>
            <a:t>Build Tool: Maven</a:t>
          </a:r>
        </a:p>
      </dgm:t>
    </dgm:pt>
    <dgm:pt modelId="{78EE4E4D-DA83-4F47-ABEE-D40DCEDC512A}" type="parTrans" cxnId="{45FFA048-2B4D-4637-892F-B8FB7307A5E9}">
      <dgm:prSet/>
      <dgm:spPr/>
      <dgm:t>
        <a:bodyPr/>
        <a:lstStyle/>
        <a:p>
          <a:endParaRPr lang="en-US"/>
        </a:p>
      </dgm:t>
    </dgm:pt>
    <dgm:pt modelId="{E2712DE9-56C2-4D1F-95E1-FBF6583C57C7}" type="sibTrans" cxnId="{45FFA048-2B4D-4637-892F-B8FB7307A5E9}">
      <dgm:prSet/>
      <dgm:spPr/>
      <dgm:t>
        <a:bodyPr/>
        <a:lstStyle/>
        <a:p>
          <a:endParaRPr lang="en-US"/>
        </a:p>
      </dgm:t>
    </dgm:pt>
    <dgm:pt modelId="{B5A8ADF6-B7FE-4063-8932-14370032CD10}">
      <dgm:prSet/>
      <dgm:spPr/>
      <dgm:t>
        <a:bodyPr/>
        <a:lstStyle/>
        <a:p>
          <a:r>
            <a:rPr lang="en-US"/>
            <a:t>API: RESTful Web Services</a:t>
          </a:r>
        </a:p>
      </dgm:t>
    </dgm:pt>
    <dgm:pt modelId="{6E861646-F86C-4775-A741-834D6F82ACBA}" type="parTrans" cxnId="{C4DDBEB1-5EE8-4E9F-ACE9-1966A5BFF654}">
      <dgm:prSet/>
      <dgm:spPr/>
      <dgm:t>
        <a:bodyPr/>
        <a:lstStyle/>
        <a:p>
          <a:endParaRPr lang="en-US"/>
        </a:p>
      </dgm:t>
    </dgm:pt>
    <dgm:pt modelId="{249AEF33-E6CD-4A6C-B4A5-0EFAA88C6ECC}" type="sibTrans" cxnId="{C4DDBEB1-5EE8-4E9F-ACE9-1966A5BFF654}">
      <dgm:prSet/>
      <dgm:spPr/>
      <dgm:t>
        <a:bodyPr/>
        <a:lstStyle/>
        <a:p>
          <a:endParaRPr lang="en-US"/>
        </a:p>
      </dgm:t>
    </dgm:pt>
    <dgm:pt modelId="{37EDE429-8E3C-4EC0-B09A-5C5E122A7659}" type="pres">
      <dgm:prSet presAssocID="{AA609BD2-9F99-4E41-8EF1-724B3CE44052}" presName="root" presStyleCnt="0">
        <dgm:presLayoutVars>
          <dgm:dir/>
          <dgm:resizeHandles val="exact"/>
        </dgm:presLayoutVars>
      </dgm:prSet>
      <dgm:spPr/>
    </dgm:pt>
    <dgm:pt modelId="{68985EDA-6464-4F10-A718-E190D9BDC5B3}" type="pres">
      <dgm:prSet presAssocID="{8809C238-C499-4D5D-A3AE-F9D3F25FC494}" presName="compNode" presStyleCnt="0"/>
      <dgm:spPr/>
    </dgm:pt>
    <dgm:pt modelId="{C1EFD99D-4E9B-4AC0-888A-A29F9DBA8417}" type="pres">
      <dgm:prSet presAssocID="{8809C238-C499-4D5D-A3AE-F9D3F25FC49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0595DD2-484C-40AB-A627-3C67B365601A}" type="pres">
      <dgm:prSet presAssocID="{8809C238-C499-4D5D-A3AE-F9D3F25FC494}" presName="spaceRect" presStyleCnt="0"/>
      <dgm:spPr/>
    </dgm:pt>
    <dgm:pt modelId="{AA84E293-B0A2-4E2A-AA80-206C51026FBD}" type="pres">
      <dgm:prSet presAssocID="{8809C238-C499-4D5D-A3AE-F9D3F25FC494}" presName="textRect" presStyleLbl="revTx" presStyleIdx="0" presStyleCnt="6">
        <dgm:presLayoutVars>
          <dgm:chMax val="1"/>
          <dgm:chPref val="1"/>
        </dgm:presLayoutVars>
      </dgm:prSet>
      <dgm:spPr/>
    </dgm:pt>
    <dgm:pt modelId="{5EA936D6-2124-4D12-958F-7311A84A4D7E}" type="pres">
      <dgm:prSet presAssocID="{CFC4E17C-889E-4297-84C8-C10942EAB917}" presName="sibTrans" presStyleCnt="0"/>
      <dgm:spPr/>
    </dgm:pt>
    <dgm:pt modelId="{1167E03F-BB7D-4B27-94C3-46580EDEFEA1}" type="pres">
      <dgm:prSet presAssocID="{485765D7-45CC-4A79-8B3F-8F06CDD61296}" presName="compNode" presStyleCnt="0"/>
      <dgm:spPr/>
    </dgm:pt>
    <dgm:pt modelId="{AEBF25EF-A690-48A9-83F4-B31A04003C11}" type="pres">
      <dgm:prSet presAssocID="{485765D7-45CC-4A79-8B3F-8F06CDD6129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"/>
        </a:ext>
      </dgm:extLst>
    </dgm:pt>
    <dgm:pt modelId="{13CBB8EA-DF11-4428-91B9-70C550BDC561}" type="pres">
      <dgm:prSet presAssocID="{485765D7-45CC-4A79-8B3F-8F06CDD61296}" presName="spaceRect" presStyleCnt="0"/>
      <dgm:spPr/>
    </dgm:pt>
    <dgm:pt modelId="{59E5CEAE-2C42-4B1D-9358-6AE44C46B640}" type="pres">
      <dgm:prSet presAssocID="{485765D7-45CC-4A79-8B3F-8F06CDD61296}" presName="textRect" presStyleLbl="revTx" presStyleIdx="1" presStyleCnt="6">
        <dgm:presLayoutVars>
          <dgm:chMax val="1"/>
          <dgm:chPref val="1"/>
        </dgm:presLayoutVars>
      </dgm:prSet>
      <dgm:spPr/>
    </dgm:pt>
    <dgm:pt modelId="{613914D5-FA8E-45DF-A0DF-D9FB7A89F73D}" type="pres">
      <dgm:prSet presAssocID="{E46D6234-7AAD-4C87-B183-BDE31F2EBE77}" presName="sibTrans" presStyleCnt="0"/>
      <dgm:spPr/>
    </dgm:pt>
    <dgm:pt modelId="{34C7C2C7-437A-4205-A6FE-63110CFD494A}" type="pres">
      <dgm:prSet presAssocID="{3966362B-6929-417A-A1D0-AC7176B2CC1C}" presName="compNode" presStyleCnt="0"/>
      <dgm:spPr/>
    </dgm:pt>
    <dgm:pt modelId="{DD5FDA66-8A02-4494-8D7D-A2A706F22BDD}" type="pres">
      <dgm:prSet presAssocID="{3966362B-6929-417A-A1D0-AC7176B2CC1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19E2D9-D7B5-47F1-AAE3-99B692E2DCBA}" type="pres">
      <dgm:prSet presAssocID="{3966362B-6929-417A-A1D0-AC7176B2CC1C}" presName="spaceRect" presStyleCnt="0"/>
      <dgm:spPr/>
    </dgm:pt>
    <dgm:pt modelId="{D8F67CB6-7C72-43F5-A48E-256975149FD7}" type="pres">
      <dgm:prSet presAssocID="{3966362B-6929-417A-A1D0-AC7176B2CC1C}" presName="textRect" presStyleLbl="revTx" presStyleIdx="2" presStyleCnt="6">
        <dgm:presLayoutVars>
          <dgm:chMax val="1"/>
          <dgm:chPref val="1"/>
        </dgm:presLayoutVars>
      </dgm:prSet>
      <dgm:spPr/>
    </dgm:pt>
    <dgm:pt modelId="{5A1AA6BA-EE46-4B60-A3A7-39ED49D5B8C1}" type="pres">
      <dgm:prSet presAssocID="{35D22C4B-F37E-4519-824A-455E89C0AB49}" presName="sibTrans" presStyleCnt="0"/>
      <dgm:spPr/>
    </dgm:pt>
    <dgm:pt modelId="{C3E55708-569E-4FBD-AFF9-0B8883841306}" type="pres">
      <dgm:prSet presAssocID="{28916DB5-5B25-4A78-9B9B-D5411203EE0B}" presName="compNode" presStyleCnt="0"/>
      <dgm:spPr/>
    </dgm:pt>
    <dgm:pt modelId="{27ADC293-37D3-4280-BE22-379321E3EBDC}" type="pres">
      <dgm:prSet presAssocID="{28916DB5-5B25-4A78-9B9B-D5411203EE0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42EFFDB-9BBF-404B-9E50-A13FAB9AD666}" type="pres">
      <dgm:prSet presAssocID="{28916DB5-5B25-4A78-9B9B-D5411203EE0B}" presName="spaceRect" presStyleCnt="0"/>
      <dgm:spPr/>
    </dgm:pt>
    <dgm:pt modelId="{D71792D0-6B2D-4EAD-B398-2DDEE297DF14}" type="pres">
      <dgm:prSet presAssocID="{28916DB5-5B25-4A78-9B9B-D5411203EE0B}" presName="textRect" presStyleLbl="revTx" presStyleIdx="3" presStyleCnt="6">
        <dgm:presLayoutVars>
          <dgm:chMax val="1"/>
          <dgm:chPref val="1"/>
        </dgm:presLayoutVars>
      </dgm:prSet>
      <dgm:spPr/>
    </dgm:pt>
    <dgm:pt modelId="{02EA02FB-D5B7-44A7-8133-9321AA1C4AE6}" type="pres">
      <dgm:prSet presAssocID="{6B0FFDF3-6488-423F-B07E-14C7B8950E0B}" presName="sibTrans" presStyleCnt="0"/>
      <dgm:spPr/>
    </dgm:pt>
    <dgm:pt modelId="{EF0AB5DE-FCE8-4430-8DC0-32457E85B930}" type="pres">
      <dgm:prSet presAssocID="{1E544109-E7F7-4761-B7C4-D6EAB1C79C93}" presName="compNode" presStyleCnt="0"/>
      <dgm:spPr/>
    </dgm:pt>
    <dgm:pt modelId="{B20937FC-881A-4442-9578-839D8F6C20D0}" type="pres">
      <dgm:prSet presAssocID="{1E544109-E7F7-4761-B7C4-D6EAB1C79C9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3B54F41-2EC6-42CB-A591-B590ACA2AD80}" type="pres">
      <dgm:prSet presAssocID="{1E544109-E7F7-4761-B7C4-D6EAB1C79C93}" presName="spaceRect" presStyleCnt="0"/>
      <dgm:spPr/>
    </dgm:pt>
    <dgm:pt modelId="{FF4C0650-C8E2-40DF-AA88-34D3447C59DA}" type="pres">
      <dgm:prSet presAssocID="{1E544109-E7F7-4761-B7C4-D6EAB1C79C93}" presName="textRect" presStyleLbl="revTx" presStyleIdx="4" presStyleCnt="6">
        <dgm:presLayoutVars>
          <dgm:chMax val="1"/>
          <dgm:chPref val="1"/>
        </dgm:presLayoutVars>
      </dgm:prSet>
      <dgm:spPr/>
    </dgm:pt>
    <dgm:pt modelId="{7CF6ED6A-BCED-4936-9EC1-85629285B6EF}" type="pres">
      <dgm:prSet presAssocID="{E2712DE9-56C2-4D1F-95E1-FBF6583C57C7}" presName="sibTrans" presStyleCnt="0"/>
      <dgm:spPr/>
    </dgm:pt>
    <dgm:pt modelId="{BD6704DF-94CF-45A8-BE87-EA47139E657E}" type="pres">
      <dgm:prSet presAssocID="{B5A8ADF6-B7FE-4063-8932-14370032CD10}" presName="compNode" presStyleCnt="0"/>
      <dgm:spPr/>
    </dgm:pt>
    <dgm:pt modelId="{F9A41DF8-737A-48E0-9F43-30E387EF6992}" type="pres">
      <dgm:prSet presAssocID="{B5A8ADF6-B7FE-4063-8932-14370032CD1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5CCD792-8624-4215-AE07-76BB1D775FA4}" type="pres">
      <dgm:prSet presAssocID="{B5A8ADF6-B7FE-4063-8932-14370032CD10}" presName="spaceRect" presStyleCnt="0"/>
      <dgm:spPr/>
    </dgm:pt>
    <dgm:pt modelId="{40033E30-8BB3-456F-8454-0D5A4A51739A}" type="pres">
      <dgm:prSet presAssocID="{B5A8ADF6-B7FE-4063-8932-14370032CD1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9A7AC07-7EF9-4959-9CDB-EC7C9FA08DE3}" type="presOf" srcId="{485765D7-45CC-4A79-8B3F-8F06CDD61296}" destId="{59E5CEAE-2C42-4B1D-9358-6AE44C46B640}" srcOrd="0" destOrd="0" presId="urn:microsoft.com/office/officeart/2018/2/layout/IconLabelList"/>
    <dgm:cxn modelId="{FA276508-E632-4E85-81ED-6A392491CA42}" srcId="{AA609BD2-9F99-4E41-8EF1-724B3CE44052}" destId="{8809C238-C499-4D5D-A3AE-F9D3F25FC494}" srcOrd="0" destOrd="0" parTransId="{6A327848-F25F-476C-8298-2FF8D2D26529}" sibTransId="{CFC4E17C-889E-4297-84C8-C10942EAB917}"/>
    <dgm:cxn modelId="{16DA612A-DFE9-4422-B859-F02CAE3CE8E6}" srcId="{AA609BD2-9F99-4E41-8EF1-724B3CE44052}" destId="{28916DB5-5B25-4A78-9B9B-D5411203EE0B}" srcOrd="3" destOrd="0" parTransId="{4ACCA500-FED7-4F2A-BD10-6979DBECDEE2}" sibTransId="{6B0FFDF3-6488-423F-B07E-14C7B8950E0B}"/>
    <dgm:cxn modelId="{7E33F830-F946-4F42-B7A3-10FF81D02892}" type="presOf" srcId="{AA609BD2-9F99-4E41-8EF1-724B3CE44052}" destId="{37EDE429-8E3C-4EC0-B09A-5C5E122A7659}" srcOrd="0" destOrd="0" presId="urn:microsoft.com/office/officeart/2018/2/layout/IconLabelList"/>
    <dgm:cxn modelId="{45FFA048-2B4D-4637-892F-B8FB7307A5E9}" srcId="{AA609BD2-9F99-4E41-8EF1-724B3CE44052}" destId="{1E544109-E7F7-4761-B7C4-D6EAB1C79C93}" srcOrd="4" destOrd="0" parTransId="{78EE4E4D-DA83-4F47-ABEE-D40DCEDC512A}" sibTransId="{E2712DE9-56C2-4D1F-95E1-FBF6583C57C7}"/>
    <dgm:cxn modelId="{F916944C-1B06-4704-BD74-CFCCDBBD7E52}" type="presOf" srcId="{28916DB5-5B25-4A78-9B9B-D5411203EE0B}" destId="{D71792D0-6B2D-4EAD-B398-2DDEE297DF14}" srcOrd="0" destOrd="0" presId="urn:microsoft.com/office/officeart/2018/2/layout/IconLabelList"/>
    <dgm:cxn modelId="{F3CC414F-8AF0-4796-AE34-2F4489AADC57}" type="presOf" srcId="{1E544109-E7F7-4761-B7C4-D6EAB1C79C93}" destId="{FF4C0650-C8E2-40DF-AA88-34D3447C59DA}" srcOrd="0" destOrd="0" presId="urn:microsoft.com/office/officeart/2018/2/layout/IconLabelList"/>
    <dgm:cxn modelId="{1F883674-5694-40A1-9CD2-0BE667966EE9}" type="presOf" srcId="{3966362B-6929-417A-A1D0-AC7176B2CC1C}" destId="{D8F67CB6-7C72-43F5-A48E-256975149FD7}" srcOrd="0" destOrd="0" presId="urn:microsoft.com/office/officeart/2018/2/layout/IconLabelList"/>
    <dgm:cxn modelId="{FF7AEB84-3546-4BA0-8C63-F3AA63435FAB}" type="presOf" srcId="{8809C238-C499-4D5D-A3AE-F9D3F25FC494}" destId="{AA84E293-B0A2-4E2A-AA80-206C51026FBD}" srcOrd="0" destOrd="0" presId="urn:microsoft.com/office/officeart/2018/2/layout/IconLabelList"/>
    <dgm:cxn modelId="{5EF2688B-E786-4AA3-88C3-2DAF62470A45}" srcId="{AA609BD2-9F99-4E41-8EF1-724B3CE44052}" destId="{3966362B-6929-417A-A1D0-AC7176B2CC1C}" srcOrd="2" destOrd="0" parTransId="{FC86FA1C-43A5-477A-BD8A-14C7F7BC09A7}" sibTransId="{35D22C4B-F37E-4519-824A-455E89C0AB49}"/>
    <dgm:cxn modelId="{D7AD8E8F-CD39-4C67-B29A-E0FAAB7CFBC2}" srcId="{AA609BD2-9F99-4E41-8EF1-724B3CE44052}" destId="{485765D7-45CC-4A79-8B3F-8F06CDD61296}" srcOrd="1" destOrd="0" parTransId="{C3220975-C6FD-415E-AB56-21F50A5DACB2}" sibTransId="{E46D6234-7AAD-4C87-B183-BDE31F2EBE77}"/>
    <dgm:cxn modelId="{010B0C9B-6653-4FC7-A924-8D6A4FBAFDA1}" type="presOf" srcId="{B5A8ADF6-B7FE-4063-8932-14370032CD10}" destId="{40033E30-8BB3-456F-8454-0D5A4A51739A}" srcOrd="0" destOrd="0" presId="urn:microsoft.com/office/officeart/2018/2/layout/IconLabelList"/>
    <dgm:cxn modelId="{C4DDBEB1-5EE8-4E9F-ACE9-1966A5BFF654}" srcId="{AA609BD2-9F99-4E41-8EF1-724B3CE44052}" destId="{B5A8ADF6-B7FE-4063-8932-14370032CD10}" srcOrd="5" destOrd="0" parTransId="{6E861646-F86C-4775-A741-834D6F82ACBA}" sibTransId="{249AEF33-E6CD-4A6C-B4A5-0EFAA88C6ECC}"/>
    <dgm:cxn modelId="{37CD4884-1E9C-4A96-8216-86FCA142D39A}" type="presParOf" srcId="{37EDE429-8E3C-4EC0-B09A-5C5E122A7659}" destId="{68985EDA-6464-4F10-A718-E190D9BDC5B3}" srcOrd="0" destOrd="0" presId="urn:microsoft.com/office/officeart/2018/2/layout/IconLabelList"/>
    <dgm:cxn modelId="{80E0A27D-F3FC-4FD4-9211-FBBDFC9660D2}" type="presParOf" srcId="{68985EDA-6464-4F10-A718-E190D9BDC5B3}" destId="{C1EFD99D-4E9B-4AC0-888A-A29F9DBA8417}" srcOrd="0" destOrd="0" presId="urn:microsoft.com/office/officeart/2018/2/layout/IconLabelList"/>
    <dgm:cxn modelId="{D79ABF75-CC52-4469-A468-ECE52175AB73}" type="presParOf" srcId="{68985EDA-6464-4F10-A718-E190D9BDC5B3}" destId="{80595DD2-484C-40AB-A627-3C67B365601A}" srcOrd="1" destOrd="0" presId="urn:microsoft.com/office/officeart/2018/2/layout/IconLabelList"/>
    <dgm:cxn modelId="{7728555C-70AD-4DD5-94CE-FE1CBB84DFE5}" type="presParOf" srcId="{68985EDA-6464-4F10-A718-E190D9BDC5B3}" destId="{AA84E293-B0A2-4E2A-AA80-206C51026FBD}" srcOrd="2" destOrd="0" presId="urn:microsoft.com/office/officeart/2018/2/layout/IconLabelList"/>
    <dgm:cxn modelId="{49F10AA5-0BA1-401D-B90A-410C65BB35C2}" type="presParOf" srcId="{37EDE429-8E3C-4EC0-B09A-5C5E122A7659}" destId="{5EA936D6-2124-4D12-958F-7311A84A4D7E}" srcOrd="1" destOrd="0" presId="urn:microsoft.com/office/officeart/2018/2/layout/IconLabelList"/>
    <dgm:cxn modelId="{2C9CDCC8-0E9B-4A9E-B945-71D4FDEF1299}" type="presParOf" srcId="{37EDE429-8E3C-4EC0-B09A-5C5E122A7659}" destId="{1167E03F-BB7D-4B27-94C3-46580EDEFEA1}" srcOrd="2" destOrd="0" presId="urn:microsoft.com/office/officeart/2018/2/layout/IconLabelList"/>
    <dgm:cxn modelId="{F4B249A0-C742-4ADF-977F-67E79108F481}" type="presParOf" srcId="{1167E03F-BB7D-4B27-94C3-46580EDEFEA1}" destId="{AEBF25EF-A690-48A9-83F4-B31A04003C11}" srcOrd="0" destOrd="0" presId="urn:microsoft.com/office/officeart/2018/2/layout/IconLabelList"/>
    <dgm:cxn modelId="{7ECCDB2B-6293-415B-A2D2-94F3CF8C65EE}" type="presParOf" srcId="{1167E03F-BB7D-4B27-94C3-46580EDEFEA1}" destId="{13CBB8EA-DF11-4428-91B9-70C550BDC561}" srcOrd="1" destOrd="0" presId="urn:microsoft.com/office/officeart/2018/2/layout/IconLabelList"/>
    <dgm:cxn modelId="{6564022F-7E62-4BB2-A2D9-2D8CB258E1A2}" type="presParOf" srcId="{1167E03F-BB7D-4B27-94C3-46580EDEFEA1}" destId="{59E5CEAE-2C42-4B1D-9358-6AE44C46B640}" srcOrd="2" destOrd="0" presId="urn:microsoft.com/office/officeart/2018/2/layout/IconLabelList"/>
    <dgm:cxn modelId="{9F8BACA6-5CF2-4F0B-8FD3-E354ACD0DD16}" type="presParOf" srcId="{37EDE429-8E3C-4EC0-B09A-5C5E122A7659}" destId="{613914D5-FA8E-45DF-A0DF-D9FB7A89F73D}" srcOrd="3" destOrd="0" presId="urn:microsoft.com/office/officeart/2018/2/layout/IconLabelList"/>
    <dgm:cxn modelId="{CF3A69B7-9DCE-471A-B131-CD282CEC966E}" type="presParOf" srcId="{37EDE429-8E3C-4EC0-B09A-5C5E122A7659}" destId="{34C7C2C7-437A-4205-A6FE-63110CFD494A}" srcOrd="4" destOrd="0" presId="urn:microsoft.com/office/officeart/2018/2/layout/IconLabelList"/>
    <dgm:cxn modelId="{0B8C52F1-2FBA-4E3F-8F07-D9E5A41B1940}" type="presParOf" srcId="{34C7C2C7-437A-4205-A6FE-63110CFD494A}" destId="{DD5FDA66-8A02-4494-8D7D-A2A706F22BDD}" srcOrd="0" destOrd="0" presId="urn:microsoft.com/office/officeart/2018/2/layout/IconLabelList"/>
    <dgm:cxn modelId="{9759D981-711E-4A09-9525-BD8D87F879BC}" type="presParOf" srcId="{34C7C2C7-437A-4205-A6FE-63110CFD494A}" destId="{FB19E2D9-D7B5-47F1-AAE3-99B692E2DCBA}" srcOrd="1" destOrd="0" presId="urn:microsoft.com/office/officeart/2018/2/layout/IconLabelList"/>
    <dgm:cxn modelId="{A228642C-DE03-4175-B74C-231543DB365B}" type="presParOf" srcId="{34C7C2C7-437A-4205-A6FE-63110CFD494A}" destId="{D8F67CB6-7C72-43F5-A48E-256975149FD7}" srcOrd="2" destOrd="0" presId="urn:microsoft.com/office/officeart/2018/2/layout/IconLabelList"/>
    <dgm:cxn modelId="{1CDE5B25-FFF3-4B37-A828-9AD4901C210C}" type="presParOf" srcId="{37EDE429-8E3C-4EC0-B09A-5C5E122A7659}" destId="{5A1AA6BA-EE46-4B60-A3A7-39ED49D5B8C1}" srcOrd="5" destOrd="0" presId="urn:microsoft.com/office/officeart/2018/2/layout/IconLabelList"/>
    <dgm:cxn modelId="{EB21E3CA-4D65-4511-ABE9-C0089C6CED1D}" type="presParOf" srcId="{37EDE429-8E3C-4EC0-B09A-5C5E122A7659}" destId="{C3E55708-569E-4FBD-AFF9-0B8883841306}" srcOrd="6" destOrd="0" presId="urn:microsoft.com/office/officeart/2018/2/layout/IconLabelList"/>
    <dgm:cxn modelId="{A21004C8-6F20-480D-A409-EC8EA4C1F722}" type="presParOf" srcId="{C3E55708-569E-4FBD-AFF9-0B8883841306}" destId="{27ADC293-37D3-4280-BE22-379321E3EBDC}" srcOrd="0" destOrd="0" presId="urn:microsoft.com/office/officeart/2018/2/layout/IconLabelList"/>
    <dgm:cxn modelId="{5702C7FD-C3ED-4C81-97C3-9BED1389CAC9}" type="presParOf" srcId="{C3E55708-569E-4FBD-AFF9-0B8883841306}" destId="{342EFFDB-9BBF-404B-9E50-A13FAB9AD666}" srcOrd="1" destOrd="0" presId="urn:microsoft.com/office/officeart/2018/2/layout/IconLabelList"/>
    <dgm:cxn modelId="{A4208859-0977-4E32-AA0F-2CF3DEF51F49}" type="presParOf" srcId="{C3E55708-569E-4FBD-AFF9-0B8883841306}" destId="{D71792D0-6B2D-4EAD-B398-2DDEE297DF14}" srcOrd="2" destOrd="0" presId="urn:microsoft.com/office/officeart/2018/2/layout/IconLabelList"/>
    <dgm:cxn modelId="{CF496025-C4CE-406C-925F-E73CC2DCFBFE}" type="presParOf" srcId="{37EDE429-8E3C-4EC0-B09A-5C5E122A7659}" destId="{02EA02FB-D5B7-44A7-8133-9321AA1C4AE6}" srcOrd="7" destOrd="0" presId="urn:microsoft.com/office/officeart/2018/2/layout/IconLabelList"/>
    <dgm:cxn modelId="{3F03B034-9213-4C14-B142-FEDE72F945EB}" type="presParOf" srcId="{37EDE429-8E3C-4EC0-B09A-5C5E122A7659}" destId="{EF0AB5DE-FCE8-4430-8DC0-32457E85B930}" srcOrd="8" destOrd="0" presId="urn:microsoft.com/office/officeart/2018/2/layout/IconLabelList"/>
    <dgm:cxn modelId="{837C98C6-69E0-47B8-8C87-1693151A2255}" type="presParOf" srcId="{EF0AB5DE-FCE8-4430-8DC0-32457E85B930}" destId="{B20937FC-881A-4442-9578-839D8F6C20D0}" srcOrd="0" destOrd="0" presId="urn:microsoft.com/office/officeart/2018/2/layout/IconLabelList"/>
    <dgm:cxn modelId="{6A28F7AF-63E6-42E4-8A5D-DC30C93931A1}" type="presParOf" srcId="{EF0AB5DE-FCE8-4430-8DC0-32457E85B930}" destId="{D3B54F41-2EC6-42CB-A591-B590ACA2AD80}" srcOrd="1" destOrd="0" presId="urn:microsoft.com/office/officeart/2018/2/layout/IconLabelList"/>
    <dgm:cxn modelId="{67AF13D0-8E69-47BA-B6FF-7E9C49F0B39A}" type="presParOf" srcId="{EF0AB5DE-FCE8-4430-8DC0-32457E85B930}" destId="{FF4C0650-C8E2-40DF-AA88-34D3447C59DA}" srcOrd="2" destOrd="0" presId="urn:microsoft.com/office/officeart/2018/2/layout/IconLabelList"/>
    <dgm:cxn modelId="{78974EAD-8BE6-4AE4-9863-053E81051DC4}" type="presParOf" srcId="{37EDE429-8E3C-4EC0-B09A-5C5E122A7659}" destId="{7CF6ED6A-BCED-4936-9EC1-85629285B6EF}" srcOrd="9" destOrd="0" presId="urn:microsoft.com/office/officeart/2018/2/layout/IconLabelList"/>
    <dgm:cxn modelId="{96D37D99-BDB0-4511-9544-E629E6C57FB8}" type="presParOf" srcId="{37EDE429-8E3C-4EC0-B09A-5C5E122A7659}" destId="{BD6704DF-94CF-45A8-BE87-EA47139E657E}" srcOrd="10" destOrd="0" presId="urn:microsoft.com/office/officeart/2018/2/layout/IconLabelList"/>
    <dgm:cxn modelId="{7DFAA0C3-034A-405F-B017-A0A002C921BA}" type="presParOf" srcId="{BD6704DF-94CF-45A8-BE87-EA47139E657E}" destId="{F9A41DF8-737A-48E0-9F43-30E387EF6992}" srcOrd="0" destOrd="0" presId="urn:microsoft.com/office/officeart/2018/2/layout/IconLabelList"/>
    <dgm:cxn modelId="{5C2E278E-B533-4ACB-9CC1-CCF0871F743F}" type="presParOf" srcId="{BD6704DF-94CF-45A8-BE87-EA47139E657E}" destId="{45CCD792-8624-4215-AE07-76BB1D775FA4}" srcOrd="1" destOrd="0" presId="urn:microsoft.com/office/officeart/2018/2/layout/IconLabelList"/>
    <dgm:cxn modelId="{C742BDFD-A545-438E-A771-3C91666506ED}" type="presParOf" srcId="{BD6704DF-94CF-45A8-BE87-EA47139E657E}" destId="{40033E30-8BB3-456F-8454-0D5A4A51739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0D1451-765B-459B-8019-9EDDFF52A8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C70FCF-10FF-4F0B-AE00-D669AFE08BCD}">
      <dgm:prSet/>
      <dgm:spPr/>
      <dgm:t>
        <a:bodyPr/>
        <a:lstStyle/>
        <a:p>
          <a:r>
            <a:rPr lang="en-US"/>
            <a:t>MVC Pattern: Controller-Service-Repository.</a:t>
          </a:r>
        </a:p>
      </dgm:t>
    </dgm:pt>
    <dgm:pt modelId="{807DBA0E-93CC-4A91-AFB1-E211B4ACAAE9}" type="parTrans" cxnId="{86DB6F26-5A50-4FC9-96C0-B0B7C433DCCE}">
      <dgm:prSet/>
      <dgm:spPr/>
      <dgm:t>
        <a:bodyPr/>
        <a:lstStyle/>
        <a:p>
          <a:endParaRPr lang="en-US"/>
        </a:p>
      </dgm:t>
    </dgm:pt>
    <dgm:pt modelId="{78BDADF0-0830-4F5A-B3B7-96FCD98F05B7}" type="sibTrans" cxnId="{86DB6F26-5A50-4FC9-96C0-B0B7C433DCCE}">
      <dgm:prSet/>
      <dgm:spPr/>
      <dgm:t>
        <a:bodyPr/>
        <a:lstStyle/>
        <a:p>
          <a:endParaRPr lang="en-US"/>
        </a:p>
      </dgm:t>
    </dgm:pt>
    <dgm:pt modelId="{DDB0B55E-5C51-48A5-AD25-F50C3F294B50}">
      <dgm:prSet/>
      <dgm:spPr/>
      <dgm:t>
        <a:bodyPr/>
        <a:lstStyle/>
        <a:p>
          <a:r>
            <a:rPr lang="en-US"/>
            <a:t>N-Tier Design: Separation of Presentation, Logic, Persistence.</a:t>
          </a:r>
        </a:p>
      </dgm:t>
    </dgm:pt>
    <dgm:pt modelId="{C6B4754A-5DC5-4FD4-A9E5-402322D9A4E1}" type="parTrans" cxnId="{2ED97AA6-5891-4B3A-8A4F-A93E6DC578C0}">
      <dgm:prSet/>
      <dgm:spPr/>
      <dgm:t>
        <a:bodyPr/>
        <a:lstStyle/>
        <a:p>
          <a:endParaRPr lang="en-US"/>
        </a:p>
      </dgm:t>
    </dgm:pt>
    <dgm:pt modelId="{91576992-B0A5-47FC-95B4-5A112B9AD75A}" type="sibTrans" cxnId="{2ED97AA6-5891-4B3A-8A4F-A93E6DC578C0}">
      <dgm:prSet/>
      <dgm:spPr/>
      <dgm:t>
        <a:bodyPr/>
        <a:lstStyle/>
        <a:p>
          <a:endParaRPr lang="en-US"/>
        </a:p>
      </dgm:t>
    </dgm:pt>
    <dgm:pt modelId="{D75FDC6F-5B56-421A-B20F-8B5FE38F2CD1}">
      <dgm:prSet/>
      <dgm:spPr/>
      <dgm:t>
        <a:bodyPr/>
        <a:lstStyle/>
        <a:p>
          <a:r>
            <a:rPr lang="en-US"/>
            <a:t>Stateless REST: Scalable communication.</a:t>
          </a:r>
        </a:p>
      </dgm:t>
    </dgm:pt>
    <dgm:pt modelId="{AB193F9B-F2D2-4A17-9E1D-DA5A2757F0ED}" type="parTrans" cxnId="{B66D7B74-21AA-480B-9D06-6D27DE358A45}">
      <dgm:prSet/>
      <dgm:spPr/>
      <dgm:t>
        <a:bodyPr/>
        <a:lstStyle/>
        <a:p>
          <a:endParaRPr lang="en-US"/>
        </a:p>
      </dgm:t>
    </dgm:pt>
    <dgm:pt modelId="{5F84A19F-51DC-420B-A631-9B8DA119DA3E}" type="sibTrans" cxnId="{B66D7B74-21AA-480B-9D06-6D27DE358A45}">
      <dgm:prSet/>
      <dgm:spPr/>
      <dgm:t>
        <a:bodyPr/>
        <a:lstStyle/>
        <a:p>
          <a:endParaRPr lang="en-US"/>
        </a:p>
      </dgm:t>
    </dgm:pt>
    <dgm:pt modelId="{9411BF05-2418-43BB-A548-D0A38D815F8A}">
      <dgm:prSet/>
      <dgm:spPr/>
      <dgm:t>
        <a:bodyPr/>
        <a:lstStyle/>
        <a:p>
          <a:r>
            <a:rPr lang="en-US"/>
            <a:t>Modularity: Decoupled logic for Auth, Vendor, Procurement.</a:t>
          </a:r>
        </a:p>
      </dgm:t>
    </dgm:pt>
    <dgm:pt modelId="{89B26D68-43CE-461E-A113-4DD7731CCA0A}" type="parTrans" cxnId="{F63CC634-8C04-48C8-9C57-7E27888015DE}">
      <dgm:prSet/>
      <dgm:spPr/>
      <dgm:t>
        <a:bodyPr/>
        <a:lstStyle/>
        <a:p>
          <a:endParaRPr lang="en-US"/>
        </a:p>
      </dgm:t>
    </dgm:pt>
    <dgm:pt modelId="{035E932B-1E02-4E4A-A70C-8DCB744B1D3C}" type="sibTrans" cxnId="{F63CC634-8C04-48C8-9C57-7E27888015DE}">
      <dgm:prSet/>
      <dgm:spPr/>
      <dgm:t>
        <a:bodyPr/>
        <a:lstStyle/>
        <a:p>
          <a:endParaRPr lang="en-US"/>
        </a:p>
      </dgm:t>
    </dgm:pt>
    <dgm:pt modelId="{74B58EB8-DE46-480F-932B-E8C67CFDE31E}" type="pres">
      <dgm:prSet presAssocID="{9A0D1451-765B-459B-8019-9EDDFF52A8A8}" presName="root" presStyleCnt="0">
        <dgm:presLayoutVars>
          <dgm:dir/>
          <dgm:resizeHandles val="exact"/>
        </dgm:presLayoutVars>
      </dgm:prSet>
      <dgm:spPr/>
    </dgm:pt>
    <dgm:pt modelId="{2F15B8D1-06E2-47A5-9ED0-1334BB63DB83}" type="pres">
      <dgm:prSet presAssocID="{EDC70FCF-10FF-4F0B-AE00-D669AFE08BCD}" presName="compNode" presStyleCnt="0"/>
      <dgm:spPr/>
    </dgm:pt>
    <dgm:pt modelId="{2791AE1A-F84E-4E7C-AE9D-3DD43FD9F936}" type="pres">
      <dgm:prSet presAssocID="{EDC70FCF-10FF-4F0B-AE00-D669AFE08BCD}" presName="bgRect" presStyleLbl="bgShp" presStyleIdx="0" presStyleCnt="4"/>
      <dgm:spPr/>
    </dgm:pt>
    <dgm:pt modelId="{741C35F2-1233-4ABE-8D6C-2617B47C7B56}" type="pres">
      <dgm:prSet presAssocID="{EDC70FCF-10FF-4F0B-AE00-D669AFE08BC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4059D52-4F1F-4219-A071-F02BBD4955C7}" type="pres">
      <dgm:prSet presAssocID="{EDC70FCF-10FF-4F0B-AE00-D669AFE08BCD}" presName="spaceRect" presStyleCnt="0"/>
      <dgm:spPr/>
    </dgm:pt>
    <dgm:pt modelId="{EC63E79B-409B-43D0-93FD-157DE3565CCB}" type="pres">
      <dgm:prSet presAssocID="{EDC70FCF-10FF-4F0B-AE00-D669AFE08BCD}" presName="parTx" presStyleLbl="revTx" presStyleIdx="0" presStyleCnt="4">
        <dgm:presLayoutVars>
          <dgm:chMax val="0"/>
          <dgm:chPref val="0"/>
        </dgm:presLayoutVars>
      </dgm:prSet>
      <dgm:spPr/>
    </dgm:pt>
    <dgm:pt modelId="{78277860-8209-415C-9864-412A2DA3EA34}" type="pres">
      <dgm:prSet presAssocID="{78BDADF0-0830-4F5A-B3B7-96FCD98F05B7}" presName="sibTrans" presStyleCnt="0"/>
      <dgm:spPr/>
    </dgm:pt>
    <dgm:pt modelId="{61E214D2-EE61-42A5-B1CF-C6AB2C5D7422}" type="pres">
      <dgm:prSet presAssocID="{DDB0B55E-5C51-48A5-AD25-F50C3F294B50}" presName="compNode" presStyleCnt="0"/>
      <dgm:spPr/>
    </dgm:pt>
    <dgm:pt modelId="{C4BC8C7E-BA48-44A8-B372-C6FD517FA18F}" type="pres">
      <dgm:prSet presAssocID="{DDB0B55E-5C51-48A5-AD25-F50C3F294B50}" presName="bgRect" presStyleLbl="bgShp" presStyleIdx="1" presStyleCnt="4"/>
      <dgm:spPr/>
    </dgm:pt>
    <dgm:pt modelId="{3ECAE0E2-4E11-497D-9EEF-672AB6F114AB}" type="pres">
      <dgm:prSet presAssocID="{DDB0B55E-5C51-48A5-AD25-F50C3F294B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52BE273-E9AA-459F-8045-E6399E5432F8}" type="pres">
      <dgm:prSet presAssocID="{DDB0B55E-5C51-48A5-AD25-F50C3F294B50}" presName="spaceRect" presStyleCnt="0"/>
      <dgm:spPr/>
    </dgm:pt>
    <dgm:pt modelId="{BECAC938-CB9B-4956-9B5E-03A40D5DBA2B}" type="pres">
      <dgm:prSet presAssocID="{DDB0B55E-5C51-48A5-AD25-F50C3F294B50}" presName="parTx" presStyleLbl="revTx" presStyleIdx="1" presStyleCnt="4">
        <dgm:presLayoutVars>
          <dgm:chMax val="0"/>
          <dgm:chPref val="0"/>
        </dgm:presLayoutVars>
      </dgm:prSet>
      <dgm:spPr/>
    </dgm:pt>
    <dgm:pt modelId="{7442D6AC-C0C3-4B29-A722-6DB8E1BBDA96}" type="pres">
      <dgm:prSet presAssocID="{91576992-B0A5-47FC-95B4-5A112B9AD75A}" presName="sibTrans" presStyleCnt="0"/>
      <dgm:spPr/>
    </dgm:pt>
    <dgm:pt modelId="{B07F781B-D1D4-44A1-9810-04EC77157799}" type="pres">
      <dgm:prSet presAssocID="{D75FDC6F-5B56-421A-B20F-8B5FE38F2CD1}" presName="compNode" presStyleCnt="0"/>
      <dgm:spPr/>
    </dgm:pt>
    <dgm:pt modelId="{1B82143E-6282-43DC-BB02-EE79CD2C145A}" type="pres">
      <dgm:prSet presAssocID="{D75FDC6F-5B56-421A-B20F-8B5FE38F2CD1}" presName="bgRect" presStyleLbl="bgShp" presStyleIdx="2" presStyleCnt="4"/>
      <dgm:spPr/>
    </dgm:pt>
    <dgm:pt modelId="{CDC9624A-168A-4E99-87AB-F38E75B5E339}" type="pres">
      <dgm:prSet presAssocID="{D75FDC6F-5B56-421A-B20F-8B5FE38F2C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E5966A2-FBB9-4F33-8F55-ADF3E972899A}" type="pres">
      <dgm:prSet presAssocID="{D75FDC6F-5B56-421A-B20F-8B5FE38F2CD1}" presName="spaceRect" presStyleCnt="0"/>
      <dgm:spPr/>
    </dgm:pt>
    <dgm:pt modelId="{B7BBF6A4-1683-45F1-A912-68632686A6B1}" type="pres">
      <dgm:prSet presAssocID="{D75FDC6F-5B56-421A-B20F-8B5FE38F2CD1}" presName="parTx" presStyleLbl="revTx" presStyleIdx="2" presStyleCnt="4">
        <dgm:presLayoutVars>
          <dgm:chMax val="0"/>
          <dgm:chPref val="0"/>
        </dgm:presLayoutVars>
      </dgm:prSet>
      <dgm:spPr/>
    </dgm:pt>
    <dgm:pt modelId="{3D94020F-68D2-49D1-A4A2-94D985BF2905}" type="pres">
      <dgm:prSet presAssocID="{5F84A19F-51DC-420B-A631-9B8DA119DA3E}" presName="sibTrans" presStyleCnt="0"/>
      <dgm:spPr/>
    </dgm:pt>
    <dgm:pt modelId="{30A2A740-BE42-4C8B-80FD-5AA244E4F97C}" type="pres">
      <dgm:prSet presAssocID="{9411BF05-2418-43BB-A548-D0A38D815F8A}" presName="compNode" presStyleCnt="0"/>
      <dgm:spPr/>
    </dgm:pt>
    <dgm:pt modelId="{4D611DF7-CD26-423A-8974-F66B5750F990}" type="pres">
      <dgm:prSet presAssocID="{9411BF05-2418-43BB-A548-D0A38D815F8A}" presName="bgRect" presStyleLbl="bgShp" presStyleIdx="3" presStyleCnt="4"/>
      <dgm:spPr/>
    </dgm:pt>
    <dgm:pt modelId="{0C222F9E-86D7-47DF-B53F-3BF3F61F8E9F}" type="pres">
      <dgm:prSet presAssocID="{9411BF05-2418-43BB-A548-D0A38D815F8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0D8C15D-E60C-4B91-AC00-B6171B1E046C}" type="pres">
      <dgm:prSet presAssocID="{9411BF05-2418-43BB-A548-D0A38D815F8A}" presName="spaceRect" presStyleCnt="0"/>
      <dgm:spPr/>
    </dgm:pt>
    <dgm:pt modelId="{0D1EA0D9-60E0-4792-8F67-A5BB4CB383EF}" type="pres">
      <dgm:prSet presAssocID="{9411BF05-2418-43BB-A548-D0A38D815F8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6DB6F26-5A50-4FC9-96C0-B0B7C433DCCE}" srcId="{9A0D1451-765B-459B-8019-9EDDFF52A8A8}" destId="{EDC70FCF-10FF-4F0B-AE00-D669AFE08BCD}" srcOrd="0" destOrd="0" parTransId="{807DBA0E-93CC-4A91-AFB1-E211B4ACAAE9}" sibTransId="{78BDADF0-0830-4F5A-B3B7-96FCD98F05B7}"/>
    <dgm:cxn modelId="{F63CC634-8C04-48C8-9C57-7E27888015DE}" srcId="{9A0D1451-765B-459B-8019-9EDDFF52A8A8}" destId="{9411BF05-2418-43BB-A548-D0A38D815F8A}" srcOrd="3" destOrd="0" parTransId="{89B26D68-43CE-461E-A113-4DD7731CCA0A}" sibTransId="{035E932B-1E02-4E4A-A70C-8DCB744B1D3C}"/>
    <dgm:cxn modelId="{D9C6DF43-9373-49FC-A9BC-384E28FEB1E2}" type="presOf" srcId="{DDB0B55E-5C51-48A5-AD25-F50C3F294B50}" destId="{BECAC938-CB9B-4956-9B5E-03A40D5DBA2B}" srcOrd="0" destOrd="0" presId="urn:microsoft.com/office/officeart/2018/2/layout/IconVerticalSolidList"/>
    <dgm:cxn modelId="{B66D7B74-21AA-480B-9D06-6D27DE358A45}" srcId="{9A0D1451-765B-459B-8019-9EDDFF52A8A8}" destId="{D75FDC6F-5B56-421A-B20F-8B5FE38F2CD1}" srcOrd="2" destOrd="0" parTransId="{AB193F9B-F2D2-4A17-9E1D-DA5A2757F0ED}" sibTransId="{5F84A19F-51DC-420B-A631-9B8DA119DA3E}"/>
    <dgm:cxn modelId="{677B577B-588A-4789-AB51-4471670724C4}" type="presOf" srcId="{D75FDC6F-5B56-421A-B20F-8B5FE38F2CD1}" destId="{B7BBF6A4-1683-45F1-A912-68632686A6B1}" srcOrd="0" destOrd="0" presId="urn:microsoft.com/office/officeart/2018/2/layout/IconVerticalSolidList"/>
    <dgm:cxn modelId="{2ED97AA6-5891-4B3A-8A4F-A93E6DC578C0}" srcId="{9A0D1451-765B-459B-8019-9EDDFF52A8A8}" destId="{DDB0B55E-5C51-48A5-AD25-F50C3F294B50}" srcOrd="1" destOrd="0" parTransId="{C6B4754A-5DC5-4FD4-A9E5-402322D9A4E1}" sibTransId="{91576992-B0A5-47FC-95B4-5A112B9AD75A}"/>
    <dgm:cxn modelId="{8A18CDD7-2316-4738-8F5A-2EA1CAF9CB27}" type="presOf" srcId="{9411BF05-2418-43BB-A548-D0A38D815F8A}" destId="{0D1EA0D9-60E0-4792-8F67-A5BB4CB383EF}" srcOrd="0" destOrd="0" presId="urn:microsoft.com/office/officeart/2018/2/layout/IconVerticalSolidList"/>
    <dgm:cxn modelId="{055CB8EB-C004-4E1F-A4EB-6C8123583B45}" type="presOf" srcId="{EDC70FCF-10FF-4F0B-AE00-D669AFE08BCD}" destId="{EC63E79B-409B-43D0-93FD-157DE3565CCB}" srcOrd="0" destOrd="0" presId="urn:microsoft.com/office/officeart/2018/2/layout/IconVerticalSolidList"/>
    <dgm:cxn modelId="{38D3F7F7-35FE-426E-8BEF-3FA4A69DBEFD}" type="presOf" srcId="{9A0D1451-765B-459B-8019-9EDDFF52A8A8}" destId="{74B58EB8-DE46-480F-932B-E8C67CFDE31E}" srcOrd="0" destOrd="0" presId="urn:microsoft.com/office/officeart/2018/2/layout/IconVerticalSolidList"/>
    <dgm:cxn modelId="{4663A54C-62B4-4363-A267-3A55064A7B7B}" type="presParOf" srcId="{74B58EB8-DE46-480F-932B-E8C67CFDE31E}" destId="{2F15B8D1-06E2-47A5-9ED0-1334BB63DB83}" srcOrd="0" destOrd="0" presId="urn:microsoft.com/office/officeart/2018/2/layout/IconVerticalSolidList"/>
    <dgm:cxn modelId="{E3F9ED90-D88E-45E9-8ECE-72E0FAC52FC2}" type="presParOf" srcId="{2F15B8D1-06E2-47A5-9ED0-1334BB63DB83}" destId="{2791AE1A-F84E-4E7C-AE9D-3DD43FD9F936}" srcOrd="0" destOrd="0" presId="urn:microsoft.com/office/officeart/2018/2/layout/IconVerticalSolidList"/>
    <dgm:cxn modelId="{F3483552-93C1-4643-B9E6-99D277293EBA}" type="presParOf" srcId="{2F15B8D1-06E2-47A5-9ED0-1334BB63DB83}" destId="{741C35F2-1233-4ABE-8D6C-2617B47C7B56}" srcOrd="1" destOrd="0" presId="urn:microsoft.com/office/officeart/2018/2/layout/IconVerticalSolidList"/>
    <dgm:cxn modelId="{574A48C3-5F4F-4E7F-B06C-F4BF7D684150}" type="presParOf" srcId="{2F15B8D1-06E2-47A5-9ED0-1334BB63DB83}" destId="{44059D52-4F1F-4219-A071-F02BBD4955C7}" srcOrd="2" destOrd="0" presId="urn:microsoft.com/office/officeart/2018/2/layout/IconVerticalSolidList"/>
    <dgm:cxn modelId="{1C65EEA7-0E59-41F9-8BC2-DFB86A073985}" type="presParOf" srcId="{2F15B8D1-06E2-47A5-9ED0-1334BB63DB83}" destId="{EC63E79B-409B-43D0-93FD-157DE3565CCB}" srcOrd="3" destOrd="0" presId="urn:microsoft.com/office/officeart/2018/2/layout/IconVerticalSolidList"/>
    <dgm:cxn modelId="{630F800E-BBC2-40AA-A7EA-3E1B88C402DC}" type="presParOf" srcId="{74B58EB8-DE46-480F-932B-E8C67CFDE31E}" destId="{78277860-8209-415C-9864-412A2DA3EA34}" srcOrd="1" destOrd="0" presId="urn:microsoft.com/office/officeart/2018/2/layout/IconVerticalSolidList"/>
    <dgm:cxn modelId="{7B0D8221-794E-47AD-9BB3-1EC0B16A76D8}" type="presParOf" srcId="{74B58EB8-DE46-480F-932B-E8C67CFDE31E}" destId="{61E214D2-EE61-42A5-B1CF-C6AB2C5D7422}" srcOrd="2" destOrd="0" presId="urn:microsoft.com/office/officeart/2018/2/layout/IconVerticalSolidList"/>
    <dgm:cxn modelId="{242657C6-D194-4174-B5C2-C743EDB692FC}" type="presParOf" srcId="{61E214D2-EE61-42A5-B1CF-C6AB2C5D7422}" destId="{C4BC8C7E-BA48-44A8-B372-C6FD517FA18F}" srcOrd="0" destOrd="0" presId="urn:microsoft.com/office/officeart/2018/2/layout/IconVerticalSolidList"/>
    <dgm:cxn modelId="{0E9C9223-3DC7-4836-A09B-5EE73FFCC833}" type="presParOf" srcId="{61E214D2-EE61-42A5-B1CF-C6AB2C5D7422}" destId="{3ECAE0E2-4E11-497D-9EEF-672AB6F114AB}" srcOrd="1" destOrd="0" presId="urn:microsoft.com/office/officeart/2018/2/layout/IconVerticalSolidList"/>
    <dgm:cxn modelId="{89A53CB1-D999-4FB2-AB0C-57C91F82F214}" type="presParOf" srcId="{61E214D2-EE61-42A5-B1CF-C6AB2C5D7422}" destId="{552BE273-E9AA-459F-8045-E6399E5432F8}" srcOrd="2" destOrd="0" presId="urn:microsoft.com/office/officeart/2018/2/layout/IconVerticalSolidList"/>
    <dgm:cxn modelId="{CE08FA41-3C24-4862-AA65-36FDEB7B9257}" type="presParOf" srcId="{61E214D2-EE61-42A5-B1CF-C6AB2C5D7422}" destId="{BECAC938-CB9B-4956-9B5E-03A40D5DBA2B}" srcOrd="3" destOrd="0" presId="urn:microsoft.com/office/officeart/2018/2/layout/IconVerticalSolidList"/>
    <dgm:cxn modelId="{907D38EA-BA35-4459-8356-547F99586F65}" type="presParOf" srcId="{74B58EB8-DE46-480F-932B-E8C67CFDE31E}" destId="{7442D6AC-C0C3-4B29-A722-6DB8E1BBDA96}" srcOrd="3" destOrd="0" presId="urn:microsoft.com/office/officeart/2018/2/layout/IconVerticalSolidList"/>
    <dgm:cxn modelId="{30B7D438-5B77-44BA-B108-1F4DF05C49F9}" type="presParOf" srcId="{74B58EB8-DE46-480F-932B-E8C67CFDE31E}" destId="{B07F781B-D1D4-44A1-9810-04EC77157799}" srcOrd="4" destOrd="0" presId="urn:microsoft.com/office/officeart/2018/2/layout/IconVerticalSolidList"/>
    <dgm:cxn modelId="{80AC8383-EA82-4CDE-A9CE-75EDBB863AD9}" type="presParOf" srcId="{B07F781B-D1D4-44A1-9810-04EC77157799}" destId="{1B82143E-6282-43DC-BB02-EE79CD2C145A}" srcOrd="0" destOrd="0" presId="urn:microsoft.com/office/officeart/2018/2/layout/IconVerticalSolidList"/>
    <dgm:cxn modelId="{4F6F9D4E-CD6A-40A5-B71E-305B108983E6}" type="presParOf" srcId="{B07F781B-D1D4-44A1-9810-04EC77157799}" destId="{CDC9624A-168A-4E99-87AB-F38E75B5E339}" srcOrd="1" destOrd="0" presId="urn:microsoft.com/office/officeart/2018/2/layout/IconVerticalSolidList"/>
    <dgm:cxn modelId="{C2F2C8D1-B00C-4C29-92B1-0217FB7817DE}" type="presParOf" srcId="{B07F781B-D1D4-44A1-9810-04EC77157799}" destId="{1E5966A2-FBB9-4F33-8F55-ADF3E972899A}" srcOrd="2" destOrd="0" presId="urn:microsoft.com/office/officeart/2018/2/layout/IconVerticalSolidList"/>
    <dgm:cxn modelId="{49385D31-927E-465D-8A58-0AD6E30DDA0D}" type="presParOf" srcId="{B07F781B-D1D4-44A1-9810-04EC77157799}" destId="{B7BBF6A4-1683-45F1-A912-68632686A6B1}" srcOrd="3" destOrd="0" presId="urn:microsoft.com/office/officeart/2018/2/layout/IconVerticalSolidList"/>
    <dgm:cxn modelId="{2B5904B2-9A4D-4ACF-8967-12880E44C3E2}" type="presParOf" srcId="{74B58EB8-DE46-480F-932B-E8C67CFDE31E}" destId="{3D94020F-68D2-49D1-A4A2-94D985BF2905}" srcOrd="5" destOrd="0" presId="urn:microsoft.com/office/officeart/2018/2/layout/IconVerticalSolidList"/>
    <dgm:cxn modelId="{B5E6A9C7-2982-44FA-AD1F-1F90AC536902}" type="presParOf" srcId="{74B58EB8-DE46-480F-932B-E8C67CFDE31E}" destId="{30A2A740-BE42-4C8B-80FD-5AA244E4F97C}" srcOrd="6" destOrd="0" presId="urn:microsoft.com/office/officeart/2018/2/layout/IconVerticalSolidList"/>
    <dgm:cxn modelId="{1588A21C-24FA-458F-B0DB-A0C718C867BE}" type="presParOf" srcId="{30A2A740-BE42-4C8B-80FD-5AA244E4F97C}" destId="{4D611DF7-CD26-423A-8974-F66B5750F990}" srcOrd="0" destOrd="0" presId="urn:microsoft.com/office/officeart/2018/2/layout/IconVerticalSolidList"/>
    <dgm:cxn modelId="{10D3E537-51E7-487B-BE67-2DF1FC6B95BB}" type="presParOf" srcId="{30A2A740-BE42-4C8B-80FD-5AA244E4F97C}" destId="{0C222F9E-86D7-47DF-B53F-3BF3F61F8E9F}" srcOrd="1" destOrd="0" presId="urn:microsoft.com/office/officeart/2018/2/layout/IconVerticalSolidList"/>
    <dgm:cxn modelId="{38F52E16-D1BC-4C85-AF7E-7042EA2EE092}" type="presParOf" srcId="{30A2A740-BE42-4C8B-80FD-5AA244E4F97C}" destId="{00D8C15D-E60C-4B91-AC00-B6171B1E046C}" srcOrd="2" destOrd="0" presId="urn:microsoft.com/office/officeart/2018/2/layout/IconVerticalSolidList"/>
    <dgm:cxn modelId="{8D272D20-CEA5-46F3-B7E6-052EA58389FE}" type="presParOf" srcId="{30A2A740-BE42-4C8B-80FD-5AA244E4F97C}" destId="{0D1EA0D9-60E0-4792-8F67-A5BB4CB383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F35659-CE5A-4779-BD3E-B9B4EFE0CF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38BD65-0C7B-46E4-920C-5CA74B2BDECB}">
      <dgm:prSet/>
      <dgm:spPr/>
      <dgm:t>
        <a:bodyPr/>
        <a:lstStyle/>
        <a:p>
          <a:r>
            <a:rPr lang="en-US"/>
            <a:t>1. User sends credentials to /api/auth/login.</a:t>
          </a:r>
        </a:p>
      </dgm:t>
    </dgm:pt>
    <dgm:pt modelId="{49094A7D-B64B-4E7F-90CD-452AF814CBA8}" type="parTrans" cxnId="{0A63D4CB-012E-4F40-954C-9B0AB9223C72}">
      <dgm:prSet/>
      <dgm:spPr/>
      <dgm:t>
        <a:bodyPr/>
        <a:lstStyle/>
        <a:p>
          <a:endParaRPr lang="en-US"/>
        </a:p>
      </dgm:t>
    </dgm:pt>
    <dgm:pt modelId="{682B2211-EEA0-463F-9808-9F54A4DA2569}" type="sibTrans" cxnId="{0A63D4CB-012E-4F40-954C-9B0AB9223C72}">
      <dgm:prSet/>
      <dgm:spPr/>
      <dgm:t>
        <a:bodyPr/>
        <a:lstStyle/>
        <a:p>
          <a:endParaRPr lang="en-US"/>
        </a:p>
      </dgm:t>
    </dgm:pt>
    <dgm:pt modelId="{75E456C8-B351-47CF-9605-133C5B9D9163}">
      <dgm:prSet/>
      <dgm:spPr/>
      <dgm:t>
        <a:bodyPr/>
        <a:lstStyle/>
        <a:p>
          <a:r>
            <a:rPr lang="en-US"/>
            <a:t>2. System verifies credentials against DB.</a:t>
          </a:r>
        </a:p>
      </dgm:t>
    </dgm:pt>
    <dgm:pt modelId="{7C7512DF-AEC2-4843-B1B1-9ECB017AC431}" type="parTrans" cxnId="{689372B2-3FD5-4587-AD20-58C0BD2868B8}">
      <dgm:prSet/>
      <dgm:spPr/>
      <dgm:t>
        <a:bodyPr/>
        <a:lstStyle/>
        <a:p>
          <a:endParaRPr lang="en-US"/>
        </a:p>
      </dgm:t>
    </dgm:pt>
    <dgm:pt modelId="{7AC3A724-CFB3-4529-A762-D3446A9BA96F}" type="sibTrans" cxnId="{689372B2-3FD5-4587-AD20-58C0BD2868B8}">
      <dgm:prSet/>
      <dgm:spPr/>
      <dgm:t>
        <a:bodyPr/>
        <a:lstStyle/>
        <a:p>
          <a:endParaRPr lang="en-US"/>
        </a:p>
      </dgm:t>
    </dgm:pt>
    <dgm:pt modelId="{8FD8A02E-1A02-4CA9-95F9-2399C7662CB2}">
      <dgm:prSet/>
      <dgm:spPr/>
      <dgm:t>
        <a:bodyPr/>
        <a:lstStyle/>
        <a:p>
          <a:r>
            <a:rPr lang="en-US"/>
            <a:t>3. Server generates signed JWT token.</a:t>
          </a:r>
        </a:p>
      </dgm:t>
    </dgm:pt>
    <dgm:pt modelId="{03A121E4-D065-4021-8CC2-B25628A9160C}" type="parTrans" cxnId="{198118C3-EABC-4142-AF42-4FCC5F217CD4}">
      <dgm:prSet/>
      <dgm:spPr/>
      <dgm:t>
        <a:bodyPr/>
        <a:lstStyle/>
        <a:p>
          <a:endParaRPr lang="en-US"/>
        </a:p>
      </dgm:t>
    </dgm:pt>
    <dgm:pt modelId="{5008F3D6-8AC6-4A11-ACAF-8D461A3A94DC}" type="sibTrans" cxnId="{198118C3-EABC-4142-AF42-4FCC5F217CD4}">
      <dgm:prSet/>
      <dgm:spPr/>
      <dgm:t>
        <a:bodyPr/>
        <a:lstStyle/>
        <a:p>
          <a:endParaRPr lang="en-US"/>
        </a:p>
      </dgm:t>
    </dgm:pt>
    <dgm:pt modelId="{266D8EAA-C113-47B9-AFA0-D15F5236DB02}">
      <dgm:prSet/>
      <dgm:spPr/>
      <dgm:t>
        <a:bodyPr/>
        <a:lstStyle/>
        <a:p>
          <a:r>
            <a:rPr lang="en-US"/>
            <a:t>4. Client stores and sends token in headers.</a:t>
          </a:r>
        </a:p>
      </dgm:t>
    </dgm:pt>
    <dgm:pt modelId="{D6355953-7203-4E53-850C-F73A7E7A5F77}" type="parTrans" cxnId="{B838C1CA-E55B-4678-87DE-60B70CFA508E}">
      <dgm:prSet/>
      <dgm:spPr/>
      <dgm:t>
        <a:bodyPr/>
        <a:lstStyle/>
        <a:p>
          <a:endParaRPr lang="en-US"/>
        </a:p>
      </dgm:t>
    </dgm:pt>
    <dgm:pt modelId="{64F80F20-5177-4967-BF03-1D50158F0F14}" type="sibTrans" cxnId="{B838C1CA-E55B-4678-87DE-60B70CFA508E}">
      <dgm:prSet/>
      <dgm:spPr/>
      <dgm:t>
        <a:bodyPr/>
        <a:lstStyle/>
        <a:p>
          <a:endParaRPr lang="en-US"/>
        </a:p>
      </dgm:t>
    </dgm:pt>
    <dgm:pt modelId="{889ADEFA-ED30-4BA9-8BBD-0025FAB879BA}">
      <dgm:prSet/>
      <dgm:spPr/>
      <dgm:t>
        <a:bodyPr/>
        <a:lstStyle/>
        <a:p>
          <a:r>
            <a:rPr lang="en-US"/>
            <a:t>5. Filter validates token for every request.</a:t>
          </a:r>
        </a:p>
      </dgm:t>
    </dgm:pt>
    <dgm:pt modelId="{5D6B7523-DC41-45D3-A5D3-5BF77124C2B7}" type="parTrans" cxnId="{90862F82-98A0-48DC-95A9-C5CC3BCE5BEA}">
      <dgm:prSet/>
      <dgm:spPr/>
      <dgm:t>
        <a:bodyPr/>
        <a:lstStyle/>
        <a:p>
          <a:endParaRPr lang="en-US"/>
        </a:p>
      </dgm:t>
    </dgm:pt>
    <dgm:pt modelId="{20DFF792-17E3-48E9-B363-0AC265F32E4C}" type="sibTrans" cxnId="{90862F82-98A0-48DC-95A9-C5CC3BCE5BEA}">
      <dgm:prSet/>
      <dgm:spPr/>
      <dgm:t>
        <a:bodyPr/>
        <a:lstStyle/>
        <a:p>
          <a:endParaRPr lang="en-US"/>
        </a:p>
      </dgm:t>
    </dgm:pt>
    <dgm:pt modelId="{90AA76F2-542F-4B6E-BA4F-74076793CB78}" type="pres">
      <dgm:prSet presAssocID="{6CF35659-CE5A-4779-BD3E-B9B4EFE0CF76}" presName="root" presStyleCnt="0">
        <dgm:presLayoutVars>
          <dgm:dir/>
          <dgm:resizeHandles val="exact"/>
        </dgm:presLayoutVars>
      </dgm:prSet>
      <dgm:spPr/>
    </dgm:pt>
    <dgm:pt modelId="{A4B31DFC-63D0-4273-8866-9D0ACAB8EADC}" type="pres">
      <dgm:prSet presAssocID="{5038BD65-0C7B-46E4-920C-5CA74B2BDECB}" presName="compNode" presStyleCnt="0"/>
      <dgm:spPr/>
    </dgm:pt>
    <dgm:pt modelId="{040CBB52-BE2E-4A39-941B-4480E6F9300C}" type="pres">
      <dgm:prSet presAssocID="{5038BD65-0C7B-46E4-920C-5CA74B2BDECB}" presName="bgRect" presStyleLbl="bgShp" presStyleIdx="0" presStyleCnt="5"/>
      <dgm:spPr/>
    </dgm:pt>
    <dgm:pt modelId="{A40691E9-E76D-4C6E-901A-78D0E12A4D9B}" type="pres">
      <dgm:prSet presAssocID="{5038BD65-0C7B-46E4-920C-5CA74B2BDEC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4A6A36A7-4A51-4BCD-BFDA-4749B93F71C2}" type="pres">
      <dgm:prSet presAssocID="{5038BD65-0C7B-46E4-920C-5CA74B2BDECB}" presName="spaceRect" presStyleCnt="0"/>
      <dgm:spPr/>
    </dgm:pt>
    <dgm:pt modelId="{DF784D9D-F984-45DF-9C78-977FA11757F5}" type="pres">
      <dgm:prSet presAssocID="{5038BD65-0C7B-46E4-920C-5CA74B2BDECB}" presName="parTx" presStyleLbl="revTx" presStyleIdx="0" presStyleCnt="5">
        <dgm:presLayoutVars>
          <dgm:chMax val="0"/>
          <dgm:chPref val="0"/>
        </dgm:presLayoutVars>
      </dgm:prSet>
      <dgm:spPr/>
    </dgm:pt>
    <dgm:pt modelId="{A6425E26-F31D-4C02-A11A-C20E2C7AA9DE}" type="pres">
      <dgm:prSet presAssocID="{682B2211-EEA0-463F-9808-9F54A4DA2569}" presName="sibTrans" presStyleCnt="0"/>
      <dgm:spPr/>
    </dgm:pt>
    <dgm:pt modelId="{A242823C-8EE0-45CA-994E-50C03EEF4629}" type="pres">
      <dgm:prSet presAssocID="{75E456C8-B351-47CF-9605-133C5B9D9163}" presName="compNode" presStyleCnt="0"/>
      <dgm:spPr/>
    </dgm:pt>
    <dgm:pt modelId="{C581EC00-44BF-453B-B600-DB79F8DDF3EC}" type="pres">
      <dgm:prSet presAssocID="{75E456C8-B351-47CF-9605-133C5B9D9163}" presName="bgRect" presStyleLbl="bgShp" presStyleIdx="1" presStyleCnt="5"/>
      <dgm:spPr/>
    </dgm:pt>
    <dgm:pt modelId="{D1AFD0EE-93CD-4652-B306-3B441FB160DD}" type="pres">
      <dgm:prSet presAssocID="{75E456C8-B351-47CF-9605-133C5B9D916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81A5D620-58A7-40F9-8379-F4B07B9C9A3B}" type="pres">
      <dgm:prSet presAssocID="{75E456C8-B351-47CF-9605-133C5B9D9163}" presName="spaceRect" presStyleCnt="0"/>
      <dgm:spPr/>
    </dgm:pt>
    <dgm:pt modelId="{CEB21139-2175-4BA9-893D-55DB38920E14}" type="pres">
      <dgm:prSet presAssocID="{75E456C8-B351-47CF-9605-133C5B9D9163}" presName="parTx" presStyleLbl="revTx" presStyleIdx="1" presStyleCnt="5">
        <dgm:presLayoutVars>
          <dgm:chMax val="0"/>
          <dgm:chPref val="0"/>
        </dgm:presLayoutVars>
      </dgm:prSet>
      <dgm:spPr/>
    </dgm:pt>
    <dgm:pt modelId="{41F58555-A16F-411A-A08D-0267CA4CECC9}" type="pres">
      <dgm:prSet presAssocID="{7AC3A724-CFB3-4529-A762-D3446A9BA96F}" presName="sibTrans" presStyleCnt="0"/>
      <dgm:spPr/>
    </dgm:pt>
    <dgm:pt modelId="{FF8F38E2-1F54-4E6E-B895-A5682F227390}" type="pres">
      <dgm:prSet presAssocID="{8FD8A02E-1A02-4CA9-95F9-2399C7662CB2}" presName="compNode" presStyleCnt="0"/>
      <dgm:spPr/>
    </dgm:pt>
    <dgm:pt modelId="{ACE06D1A-9D33-48DC-8301-67C662481950}" type="pres">
      <dgm:prSet presAssocID="{8FD8A02E-1A02-4CA9-95F9-2399C7662CB2}" presName="bgRect" presStyleLbl="bgShp" presStyleIdx="2" presStyleCnt="5"/>
      <dgm:spPr/>
    </dgm:pt>
    <dgm:pt modelId="{03AA8805-3338-43E4-9BBB-EBB58E007AC0}" type="pres">
      <dgm:prSet presAssocID="{8FD8A02E-1A02-4CA9-95F9-2399C7662CB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60E238DB-125A-49EA-9E94-A4B87DB3B407}" type="pres">
      <dgm:prSet presAssocID="{8FD8A02E-1A02-4CA9-95F9-2399C7662CB2}" presName="spaceRect" presStyleCnt="0"/>
      <dgm:spPr/>
    </dgm:pt>
    <dgm:pt modelId="{59B09A28-439E-463D-BE01-4F9B1021CC0F}" type="pres">
      <dgm:prSet presAssocID="{8FD8A02E-1A02-4CA9-95F9-2399C7662CB2}" presName="parTx" presStyleLbl="revTx" presStyleIdx="2" presStyleCnt="5">
        <dgm:presLayoutVars>
          <dgm:chMax val="0"/>
          <dgm:chPref val="0"/>
        </dgm:presLayoutVars>
      </dgm:prSet>
      <dgm:spPr/>
    </dgm:pt>
    <dgm:pt modelId="{89E2B708-E0DA-41C5-BA98-4CE1DD6C5FB9}" type="pres">
      <dgm:prSet presAssocID="{5008F3D6-8AC6-4A11-ACAF-8D461A3A94DC}" presName="sibTrans" presStyleCnt="0"/>
      <dgm:spPr/>
    </dgm:pt>
    <dgm:pt modelId="{9EB4587C-8594-4E93-BB64-E3DE3C562461}" type="pres">
      <dgm:prSet presAssocID="{266D8EAA-C113-47B9-AFA0-D15F5236DB02}" presName="compNode" presStyleCnt="0"/>
      <dgm:spPr/>
    </dgm:pt>
    <dgm:pt modelId="{D152DF88-61A8-4AF7-9DE4-C2C281A9C6B0}" type="pres">
      <dgm:prSet presAssocID="{266D8EAA-C113-47B9-AFA0-D15F5236DB02}" presName="bgRect" presStyleLbl="bgShp" presStyleIdx="3" presStyleCnt="5"/>
      <dgm:spPr/>
    </dgm:pt>
    <dgm:pt modelId="{F11592BC-EC5A-420A-96FF-5FB22EEDD7A0}" type="pres">
      <dgm:prSet presAssocID="{266D8EAA-C113-47B9-AFA0-D15F5236DB0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6477C63-43D2-40CD-BDB3-D9EB314C6195}" type="pres">
      <dgm:prSet presAssocID="{266D8EAA-C113-47B9-AFA0-D15F5236DB02}" presName="spaceRect" presStyleCnt="0"/>
      <dgm:spPr/>
    </dgm:pt>
    <dgm:pt modelId="{EFD6014B-2EEF-4610-943B-725752769A12}" type="pres">
      <dgm:prSet presAssocID="{266D8EAA-C113-47B9-AFA0-D15F5236DB02}" presName="parTx" presStyleLbl="revTx" presStyleIdx="3" presStyleCnt="5">
        <dgm:presLayoutVars>
          <dgm:chMax val="0"/>
          <dgm:chPref val="0"/>
        </dgm:presLayoutVars>
      </dgm:prSet>
      <dgm:spPr/>
    </dgm:pt>
    <dgm:pt modelId="{C8000E30-7470-4F3F-81DC-044517C98B55}" type="pres">
      <dgm:prSet presAssocID="{64F80F20-5177-4967-BF03-1D50158F0F14}" presName="sibTrans" presStyleCnt="0"/>
      <dgm:spPr/>
    </dgm:pt>
    <dgm:pt modelId="{22DD82BB-8A27-465E-A35F-57B0B217BA91}" type="pres">
      <dgm:prSet presAssocID="{889ADEFA-ED30-4BA9-8BBD-0025FAB879BA}" presName="compNode" presStyleCnt="0"/>
      <dgm:spPr/>
    </dgm:pt>
    <dgm:pt modelId="{B15E3387-4183-4275-B4DC-0800F69D630D}" type="pres">
      <dgm:prSet presAssocID="{889ADEFA-ED30-4BA9-8BBD-0025FAB879BA}" presName="bgRect" presStyleLbl="bgShp" presStyleIdx="4" presStyleCnt="5"/>
      <dgm:spPr/>
    </dgm:pt>
    <dgm:pt modelId="{B55F2B98-6FD5-4423-93BC-89C4BE510623}" type="pres">
      <dgm:prSet presAssocID="{889ADEFA-ED30-4BA9-8BBD-0025FAB879B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DA907359-DB97-451B-8777-51D40EA75AC5}" type="pres">
      <dgm:prSet presAssocID="{889ADEFA-ED30-4BA9-8BBD-0025FAB879BA}" presName="spaceRect" presStyleCnt="0"/>
      <dgm:spPr/>
    </dgm:pt>
    <dgm:pt modelId="{3A83ADD4-2851-401D-BE82-2E1611F01AA2}" type="pres">
      <dgm:prSet presAssocID="{889ADEFA-ED30-4BA9-8BBD-0025FAB879B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FE33E19-B608-451A-8AF3-E466A634C4B3}" type="presOf" srcId="{8FD8A02E-1A02-4CA9-95F9-2399C7662CB2}" destId="{59B09A28-439E-463D-BE01-4F9B1021CC0F}" srcOrd="0" destOrd="0" presId="urn:microsoft.com/office/officeart/2018/2/layout/IconVerticalSolidList"/>
    <dgm:cxn modelId="{DC0A565B-FFCE-4283-9D4B-6F483DB4E753}" type="presOf" srcId="{5038BD65-0C7B-46E4-920C-5CA74B2BDECB}" destId="{DF784D9D-F984-45DF-9C78-977FA11757F5}" srcOrd="0" destOrd="0" presId="urn:microsoft.com/office/officeart/2018/2/layout/IconVerticalSolidList"/>
    <dgm:cxn modelId="{F8E3FC44-17B1-47B4-AAB0-3268278E5D9A}" type="presOf" srcId="{6CF35659-CE5A-4779-BD3E-B9B4EFE0CF76}" destId="{90AA76F2-542F-4B6E-BA4F-74076793CB78}" srcOrd="0" destOrd="0" presId="urn:microsoft.com/office/officeart/2018/2/layout/IconVerticalSolidList"/>
    <dgm:cxn modelId="{90862F82-98A0-48DC-95A9-C5CC3BCE5BEA}" srcId="{6CF35659-CE5A-4779-BD3E-B9B4EFE0CF76}" destId="{889ADEFA-ED30-4BA9-8BBD-0025FAB879BA}" srcOrd="4" destOrd="0" parTransId="{5D6B7523-DC41-45D3-A5D3-5BF77124C2B7}" sibTransId="{20DFF792-17E3-48E9-B363-0AC265F32E4C}"/>
    <dgm:cxn modelId="{7D9BBF8D-CCC3-4743-A22A-70BA2B85FA15}" type="presOf" srcId="{75E456C8-B351-47CF-9605-133C5B9D9163}" destId="{CEB21139-2175-4BA9-893D-55DB38920E14}" srcOrd="0" destOrd="0" presId="urn:microsoft.com/office/officeart/2018/2/layout/IconVerticalSolidList"/>
    <dgm:cxn modelId="{32617B95-0EC2-407B-BE87-439E9F0E8F93}" type="presOf" srcId="{266D8EAA-C113-47B9-AFA0-D15F5236DB02}" destId="{EFD6014B-2EEF-4610-943B-725752769A12}" srcOrd="0" destOrd="0" presId="urn:microsoft.com/office/officeart/2018/2/layout/IconVerticalSolidList"/>
    <dgm:cxn modelId="{689372B2-3FD5-4587-AD20-58C0BD2868B8}" srcId="{6CF35659-CE5A-4779-BD3E-B9B4EFE0CF76}" destId="{75E456C8-B351-47CF-9605-133C5B9D9163}" srcOrd="1" destOrd="0" parTransId="{7C7512DF-AEC2-4843-B1B1-9ECB017AC431}" sibTransId="{7AC3A724-CFB3-4529-A762-D3446A9BA96F}"/>
    <dgm:cxn modelId="{198118C3-EABC-4142-AF42-4FCC5F217CD4}" srcId="{6CF35659-CE5A-4779-BD3E-B9B4EFE0CF76}" destId="{8FD8A02E-1A02-4CA9-95F9-2399C7662CB2}" srcOrd="2" destOrd="0" parTransId="{03A121E4-D065-4021-8CC2-B25628A9160C}" sibTransId="{5008F3D6-8AC6-4A11-ACAF-8D461A3A94DC}"/>
    <dgm:cxn modelId="{B838C1CA-E55B-4678-87DE-60B70CFA508E}" srcId="{6CF35659-CE5A-4779-BD3E-B9B4EFE0CF76}" destId="{266D8EAA-C113-47B9-AFA0-D15F5236DB02}" srcOrd="3" destOrd="0" parTransId="{D6355953-7203-4E53-850C-F73A7E7A5F77}" sibTransId="{64F80F20-5177-4967-BF03-1D50158F0F14}"/>
    <dgm:cxn modelId="{0A63D4CB-012E-4F40-954C-9B0AB9223C72}" srcId="{6CF35659-CE5A-4779-BD3E-B9B4EFE0CF76}" destId="{5038BD65-0C7B-46E4-920C-5CA74B2BDECB}" srcOrd="0" destOrd="0" parTransId="{49094A7D-B64B-4E7F-90CD-452AF814CBA8}" sibTransId="{682B2211-EEA0-463F-9808-9F54A4DA2569}"/>
    <dgm:cxn modelId="{02948AD1-7764-4C9E-95A0-2F87869A82C9}" type="presOf" srcId="{889ADEFA-ED30-4BA9-8BBD-0025FAB879BA}" destId="{3A83ADD4-2851-401D-BE82-2E1611F01AA2}" srcOrd="0" destOrd="0" presId="urn:microsoft.com/office/officeart/2018/2/layout/IconVerticalSolidList"/>
    <dgm:cxn modelId="{2B0FBBEC-A133-46DF-869C-786F22E1E847}" type="presParOf" srcId="{90AA76F2-542F-4B6E-BA4F-74076793CB78}" destId="{A4B31DFC-63D0-4273-8866-9D0ACAB8EADC}" srcOrd="0" destOrd="0" presId="urn:microsoft.com/office/officeart/2018/2/layout/IconVerticalSolidList"/>
    <dgm:cxn modelId="{DE322EB3-8271-4485-ADB4-0CA0565C975E}" type="presParOf" srcId="{A4B31DFC-63D0-4273-8866-9D0ACAB8EADC}" destId="{040CBB52-BE2E-4A39-941B-4480E6F9300C}" srcOrd="0" destOrd="0" presId="urn:microsoft.com/office/officeart/2018/2/layout/IconVerticalSolidList"/>
    <dgm:cxn modelId="{2A2E3F36-5D5B-4638-944E-BBE6407A81F8}" type="presParOf" srcId="{A4B31DFC-63D0-4273-8866-9D0ACAB8EADC}" destId="{A40691E9-E76D-4C6E-901A-78D0E12A4D9B}" srcOrd="1" destOrd="0" presId="urn:microsoft.com/office/officeart/2018/2/layout/IconVerticalSolidList"/>
    <dgm:cxn modelId="{A05D47D0-5BD6-4499-BCAB-6234D70D9CC7}" type="presParOf" srcId="{A4B31DFC-63D0-4273-8866-9D0ACAB8EADC}" destId="{4A6A36A7-4A51-4BCD-BFDA-4749B93F71C2}" srcOrd="2" destOrd="0" presId="urn:microsoft.com/office/officeart/2018/2/layout/IconVerticalSolidList"/>
    <dgm:cxn modelId="{F2ADDA56-5C62-479D-B5A2-C04B52BC105E}" type="presParOf" srcId="{A4B31DFC-63D0-4273-8866-9D0ACAB8EADC}" destId="{DF784D9D-F984-45DF-9C78-977FA11757F5}" srcOrd="3" destOrd="0" presId="urn:microsoft.com/office/officeart/2018/2/layout/IconVerticalSolidList"/>
    <dgm:cxn modelId="{2873BFA8-DF9B-4335-B7A2-64C3EA3284AC}" type="presParOf" srcId="{90AA76F2-542F-4B6E-BA4F-74076793CB78}" destId="{A6425E26-F31D-4C02-A11A-C20E2C7AA9DE}" srcOrd="1" destOrd="0" presId="urn:microsoft.com/office/officeart/2018/2/layout/IconVerticalSolidList"/>
    <dgm:cxn modelId="{9A111154-4BD5-4A1D-BCF3-34BD285D5A72}" type="presParOf" srcId="{90AA76F2-542F-4B6E-BA4F-74076793CB78}" destId="{A242823C-8EE0-45CA-994E-50C03EEF4629}" srcOrd="2" destOrd="0" presId="urn:microsoft.com/office/officeart/2018/2/layout/IconVerticalSolidList"/>
    <dgm:cxn modelId="{E27CB7BD-2A05-4328-A0D6-EE092085938B}" type="presParOf" srcId="{A242823C-8EE0-45CA-994E-50C03EEF4629}" destId="{C581EC00-44BF-453B-B600-DB79F8DDF3EC}" srcOrd="0" destOrd="0" presId="urn:microsoft.com/office/officeart/2018/2/layout/IconVerticalSolidList"/>
    <dgm:cxn modelId="{06207A0A-D8D0-4FBB-A229-0B23B5F4D083}" type="presParOf" srcId="{A242823C-8EE0-45CA-994E-50C03EEF4629}" destId="{D1AFD0EE-93CD-4652-B306-3B441FB160DD}" srcOrd="1" destOrd="0" presId="urn:microsoft.com/office/officeart/2018/2/layout/IconVerticalSolidList"/>
    <dgm:cxn modelId="{4EDD9231-4313-45AC-8496-7BDA54C19833}" type="presParOf" srcId="{A242823C-8EE0-45CA-994E-50C03EEF4629}" destId="{81A5D620-58A7-40F9-8379-F4B07B9C9A3B}" srcOrd="2" destOrd="0" presId="urn:microsoft.com/office/officeart/2018/2/layout/IconVerticalSolidList"/>
    <dgm:cxn modelId="{5FDEB5FF-5102-49A1-80EE-C25E49A648F4}" type="presParOf" srcId="{A242823C-8EE0-45CA-994E-50C03EEF4629}" destId="{CEB21139-2175-4BA9-893D-55DB38920E14}" srcOrd="3" destOrd="0" presId="urn:microsoft.com/office/officeart/2018/2/layout/IconVerticalSolidList"/>
    <dgm:cxn modelId="{BAD78E06-88C6-4125-991E-7A1CB50EE6A3}" type="presParOf" srcId="{90AA76F2-542F-4B6E-BA4F-74076793CB78}" destId="{41F58555-A16F-411A-A08D-0267CA4CECC9}" srcOrd="3" destOrd="0" presId="urn:microsoft.com/office/officeart/2018/2/layout/IconVerticalSolidList"/>
    <dgm:cxn modelId="{7F0F1D6A-C674-47F7-8A35-6621776C34C5}" type="presParOf" srcId="{90AA76F2-542F-4B6E-BA4F-74076793CB78}" destId="{FF8F38E2-1F54-4E6E-B895-A5682F227390}" srcOrd="4" destOrd="0" presId="urn:microsoft.com/office/officeart/2018/2/layout/IconVerticalSolidList"/>
    <dgm:cxn modelId="{724C0B29-C79C-4ABF-9679-62F820BACED2}" type="presParOf" srcId="{FF8F38E2-1F54-4E6E-B895-A5682F227390}" destId="{ACE06D1A-9D33-48DC-8301-67C662481950}" srcOrd="0" destOrd="0" presId="urn:microsoft.com/office/officeart/2018/2/layout/IconVerticalSolidList"/>
    <dgm:cxn modelId="{F27E659C-39C0-45B9-ABAD-B799A197129F}" type="presParOf" srcId="{FF8F38E2-1F54-4E6E-B895-A5682F227390}" destId="{03AA8805-3338-43E4-9BBB-EBB58E007AC0}" srcOrd="1" destOrd="0" presId="urn:microsoft.com/office/officeart/2018/2/layout/IconVerticalSolidList"/>
    <dgm:cxn modelId="{E9E0D931-794A-4317-AFEF-67C229BD0C0B}" type="presParOf" srcId="{FF8F38E2-1F54-4E6E-B895-A5682F227390}" destId="{60E238DB-125A-49EA-9E94-A4B87DB3B407}" srcOrd="2" destOrd="0" presId="urn:microsoft.com/office/officeart/2018/2/layout/IconVerticalSolidList"/>
    <dgm:cxn modelId="{59301DC8-CEA7-4CC4-9AA1-41E338C3188E}" type="presParOf" srcId="{FF8F38E2-1F54-4E6E-B895-A5682F227390}" destId="{59B09A28-439E-463D-BE01-4F9B1021CC0F}" srcOrd="3" destOrd="0" presId="urn:microsoft.com/office/officeart/2018/2/layout/IconVerticalSolidList"/>
    <dgm:cxn modelId="{07F014CF-3495-4B64-9E80-850235A35F80}" type="presParOf" srcId="{90AA76F2-542F-4B6E-BA4F-74076793CB78}" destId="{89E2B708-E0DA-41C5-BA98-4CE1DD6C5FB9}" srcOrd="5" destOrd="0" presId="urn:microsoft.com/office/officeart/2018/2/layout/IconVerticalSolidList"/>
    <dgm:cxn modelId="{DC501F5B-A729-4920-A14B-F83851FFA45C}" type="presParOf" srcId="{90AA76F2-542F-4B6E-BA4F-74076793CB78}" destId="{9EB4587C-8594-4E93-BB64-E3DE3C562461}" srcOrd="6" destOrd="0" presId="urn:microsoft.com/office/officeart/2018/2/layout/IconVerticalSolidList"/>
    <dgm:cxn modelId="{144AC4ED-58EB-49B4-A5D8-4B815E7008A2}" type="presParOf" srcId="{9EB4587C-8594-4E93-BB64-E3DE3C562461}" destId="{D152DF88-61A8-4AF7-9DE4-C2C281A9C6B0}" srcOrd="0" destOrd="0" presId="urn:microsoft.com/office/officeart/2018/2/layout/IconVerticalSolidList"/>
    <dgm:cxn modelId="{3BAC4D87-E34A-4753-8FCA-F2E3C41B58E9}" type="presParOf" srcId="{9EB4587C-8594-4E93-BB64-E3DE3C562461}" destId="{F11592BC-EC5A-420A-96FF-5FB22EEDD7A0}" srcOrd="1" destOrd="0" presId="urn:microsoft.com/office/officeart/2018/2/layout/IconVerticalSolidList"/>
    <dgm:cxn modelId="{6CF397A3-420A-4998-913B-9C792D6F9400}" type="presParOf" srcId="{9EB4587C-8594-4E93-BB64-E3DE3C562461}" destId="{06477C63-43D2-40CD-BDB3-D9EB314C6195}" srcOrd="2" destOrd="0" presId="urn:microsoft.com/office/officeart/2018/2/layout/IconVerticalSolidList"/>
    <dgm:cxn modelId="{EF9A17FF-2206-4AA0-84F1-967ACF87CCAB}" type="presParOf" srcId="{9EB4587C-8594-4E93-BB64-E3DE3C562461}" destId="{EFD6014B-2EEF-4610-943B-725752769A12}" srcOrd="3" destOrd="0" presId="urn:microsoft.com/office/officeart/2018/2/layout/IconVerticalSolidList"/>
    <dgm:cxn modelId="{F85D786E-A249-4802-A9EE-5712922DB303}" type="presParOf" srcId="{90AA76F2-542F-4B6E-BA4F-74076793CB78}" destId="{C8000E30-7470-4F3F-81DC-044517C98B55}" srcOrd="7" destOrd="0" presId="urn:microsoft.com/office/officeart/2018/2/layout/IconVerticalSolidList"/>
    <dgm:cxn modelId="{3B525D32-1BEA-406A-8725-E9E4B377D307}" type="presParOf" srcId="{90AA76F2-542F-4B6E-BA4F-74076793CB78}" destId="{22DD82BB-8A27-465E-A35F-57B0B217BA91}" srcOrd="8" destOrd="0" presId="urn:microsoft.com/office/officeart/2018/2/layout/IconVerticalSolidList"/>
    <dgm:cxn modelId="{F5C05056-3424-4124-8FDE-FB850ED46D8F}" type="presParOf" srcId="{22DD82BB-8A27-465E-A35F-57B0B217BA91}" destId="{B15E3387-4183-4275-B4DC-0800F69D630D}" srcOrd="0" destOrd="0" presId="urn:microsoft.com/office/officeart/2018/2/layout/IconVerticalSolidList"/>
    <dgm:cxn modelId="{245EE7E5-17AC-4071-96F7-F25C791152C0}" type="presParOf" srcId="{22DD82BB-8A27-465E-A35F-57B0B217BA91}" destId="{B55F2B98-6FD5-4423-93BC-89C4BE510623}" srcOrd="1" destOrd="0" presId="urn:microsoft.com/office/officeart/2018/2/layout/IconVerticalSolidList"/>
    <dgm:cxn modelId="{B65485C7-C0E7-4248-A320-FEA4A15447EF}" type="presParOf" srcId="{22DD82BB-8A27-465E-A35F-57B0B217BA91}" destId="{DA907359-DB97-451B-8777-51D40EA75AC5}" srcOrd="2" destOrd="0" presId="urn:microsoft.com/office/officeart/2018/2/layout/IconVerticalSolidList"/>
    <dgm:cxn modelId="{301674EF-A1F7-4C47-8088-0B0AEBED559D}" type="presParOf" srcId="{22DD82BB-8A27-465E-A35F-57B0B217BA91}" destId="{3A83ADD4-2851-401D-BE82-2E1611F01A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688E5A-436C-47A5-B926-FD013846C6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28D66BC-9C0E-4ACB-B100-421EAAD9EE17}">
      <dgm:prSet/>
      <dgm:spPr/>
      <dgm:t>
        <a:bodyPr/>
        <a:lstStyle/>
        <a:p>
          <a:r>
            <a:rPr lang="en-US"/>
            <a:t>Setup: Admin handles configuration.</a:t>
          </a:r>
        </a:p>
      </dgm:t>
    </dgm:pt>
    <dgm:pt modelId="{4E1E059B-6D8E-4924-BAC7-20BB0FFC2254}" type="parTrans" cxnId="{398D8EA2-3842-4F1D-9381-EAA87BEF1945}">
      <dgm:prSet/>
      <dgm:spPr/>
      <dgm:t>
        <a:bodyPr/>
        <a:lstStyle/>
        <a:p>
          <a:endParaRPr lang="en-US"/>
        </a:p>
      </dgm:t>
    </dgm:pt>
    <dgm:pt modelId="{0C0680C8-9403-4AC3-ACF8-21EA7739C218}" type="sibTrans" cxnId="{398D8EA2-3842-4F1D-9381-EAA87BEF1945}">
      <dgm:prSet/>
      <dgm:spPr/>
      <dgm:t>
        <a:bodyPr/>
        <a:lstStyle/>
        <a:p>
          <a:endParaRPr lang="en-US"/>
        </a:p>
      </dgm:t>
    </dgm:pt>
    <dgm:pt modelId="{E49BC279-6897-422D-9B0F-4CD248E79BF3}">
      <dgm:prSet/>
      <dgm:spPr/>
      <dgm:t>
        <a:bodyPr/>
        <a:lstStyle/>
        <a:p>
          <a:r>
            <a:rPr lang="en-US"/>
            <a:t>Request: Employee submits Requisition.</a:t>
          </a:r>
        </a:p>
      </dgm:t>
    </dgm:pt>
    <dgm:pt modelId="{5D2B39DC-5894-4D2E-AF15-3E75D0B591A8}" type="parTrans" cxnId="{54D129D6-CAA9-4CD1-A317-BFF1C6A631D3}">
      <dgm:prSet/>
      <dgm:spPr/>
      <dgm:t>
        <a:bodyPr/>
        <a:lstStyle/>
        <a:p>
          <a:endParaRPr lang="en-US"/>
        </a:p>
      </dgm:t>
    </dgm:pt>
    <dgm:pt modelId="{6BEC5957-1A92-46A3-9788-8E5EFBB441CE}" type="sibTrans" cxnId="{54D129D6-CAA9-4CD1-A317-BFF1C6A631D3}">
      <dgm:prSet/>
      <dgm:spPr/>
      <dgm:t>
        <a:bodyPr/>
        <a:lstStyle/>
        <a:p>
          <a:endParaRPr lang="en-US"/>
        </a:p>
      </dgm:t>
    </dgm:pt>
    <dgm:pt modelId="{DA2D427B-94A6-4C6E-9C3E-2435CFFD0180}">
      <dgm:prSet/>
      <dgm:spPr/>
      <dgm:t>
        <a:bodyPr/>
        <a:lstStyle/>
        <a:p>
          <a:r>
            <a:rPr lang="en-US"/>
            <a:t>Approve: Manager authorizes request.</a:t>
          </a:r>
        </a:p>
      </dgm:t>
    </dgm:pt>
    <dgm:pt modelId="{7B152E51-4584-4BB1-A4C6-C9ECBE065240}" type="parTrans" cxnId="{6F54482F-BA59-4C1E-8ED0-1FB95CED2187}">
      <dgm:prSet/>
      <dgm:spPr/>
      <dgm:t>
        <a:bodyPr/>
        <a:lstStyle/>
        <a:p>
          <a:endParaRPr lang="en-US"/>
        </a:p>
      </dgm:t>
    </dgm:pt>
    <dgm:pt modelId="{54CFA70A-0D88-4E18-B847-409FE6EBAAA4}" type="sibTrans" cxnId="{6F54482F-BA59-4C1E-8ED0-1FB95CED2187}">
      <dgm:prSet/>
      <dgm:spPr/>
      <dgm:t>
        <a:bodyPr/>
        <a:lstStyle/>
        <a:p>
          <a:endParaRPr lang="en-US"/>
        </a:p>
      </dgm:t>
    </dgm:pt>
    <dgm:pt modelId="{FED15CD6-843A-4108-BCAE-FA1A55398EFA}">
      <dgm:prSet/>
      <dgm:spPr/>
      <dgm:t>
        <a:bodyPr/>
        <a:lstStyle/>
        <a:p>
          <a:r>
            <a:rPr lang="en-US"/>
            <a:t>Order: PO generated for Vendor.</a:t>
          </a:r>
        </a:p>
      </dgm:t>
    </dgm:pt>
    <dgm:pt modelId="{05C79292-1EAE-48CC-9007-918EB5DCEABD}" type="parTrans" cxnId="{211592D8-FF3C-4F7E-8911-88A7F910B6C3}">
      <dgm:prSet/>
      <dgm:spPr/>
      <dgm:t>
        <a:bodyPr/>
        <a:lstStyle/>
        <a:p>
          <a:endParaRPr lang="en-US"/>
        </a:p>
      </dgm:t>
    </dgm:pt>
    <dgm:pt modelId="{DE0B6FCE-D894-4967-A408-C196381B619A}" type="sibTrans" cxnId="{211592D8-FF3C-4F7E-8911-88A7F910B6C3}">
      <dgm:prSet/>
      <dgm:spPr/>
      <dgm:t>
        <a:bodyPr/>
        <a:lstStyle/>
        <a:p>
          <a:endParaRPr lang="en-US"/>
        </a:p>
      </dgm:t>
    </dgm:pt>
    <dgm:pt modelId="{C3B5A447-C7FC-4D9E-931F-FB2DF9862FE1}">
      <dgm:prSet/>
      <dgm:spPr/>
      <dgm:t>
        <a:bodyPr/>
        <a:lstStyle/>
        <a:p>
          <a:r>
            <a:rPr lang="en-US"/>
            <a:t>Fulfill: Vendor provides goods; Performance is rated.</a:t>
          </a:r>
        </a:p>
      </dgm:t>
    </dgm:pt>
    <dgm:pt modelId="{A81157A1-8E7F-434A-8E82-D64DA5314F42}" type="parTrans" cxnId="{378DCB47-CA7D-4A20-9B6F-3EE7682B81BA}">
      <dgm:prSet/>
      <dgm:spPr/>
      <dgm:t>
        <a:bodyPr/>
        <a:lstStyle/>
        <a:p>
          <a:endParaRPr lang="en-US"/>
        </a:p>
      </dgm:t>
    </dgm:pt>
    <dgm:pt modelId="{300D4D3F-C164-46B3-B27A-7D2741E9D271}" type="sibTrans" cxnId="{378DCB47-CA7D-4A20-9B6F-3EE7682B81BA}">
      <dgm:prSet/>
      <dgm:spPr/>
      <dgm:t>
        <a:bodyPr/>
        <a:lstStyle/>
        <a:p>
          <a:endParaRPr lang="en-US"/>
        </a:p>
      </dgm:t>
    </dgm:pt>
    <dgm:pt modelId="{65344829-7C4B-4A09-BCD1-6AE1649E26D4}" type="pres">
      <dgm:prSet presAssocID="{92688E5A-436C-47A5-B926-FD013846C6DE}" presName="root" presStyleCnt="0">
        <dgm:presLayoutVars>
          <dgm:dir/>
          <dgm:resizeHandles val="exact"/>
        </dgm:presLayoutVars>
      </dgm:prSet>
      <dgm:spPr/>
    </dgm:pt>
    <dgm:pt modelId="{D5CCCDED-7B43-4515-8A40-3A8779B7E430}" type="pres">
      <dgm:prSet presAssocID="{B28D66BC-9C0E-4ACB-B100-421EAAD9EE17}" presName="compNode" presStyleCnt="0"/>
      <dgm:spPr/>
    </dgm:pt>
    <dgm:pt modelId="{2C6E6703-7DC0-41FD-874E-9C0BB7201281}" type="pres">
      <dgm:prSet presAssocID="{B28D66BC-9C0E-4ACB-B100-421EAAD9EE17}" presName="bgRect" presStyleLbl="bgShp" presStyleIdx="0" presStyleCnt="5"/>
      <dgm:spPr/>
    </dgm:pt>
    <dgm:pt modelId="{0C84DA6E-8F5A-4696-8185-FB6A8355622C}" type="pres">
      <dgm:prSet presAssocID="{B28D66BC-9C0E-4ACB-B100-421EAAD9EE1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CD64358-F5B9-4E62-8009-9CF98BB05115}" type="pres">
      <dgm:prSet presAssocID="{B28D66BC-9C0E-4ACB-B100-421EAAD9EE17}" presName="spaceRect" presStyleCnt="0"/>
      <dgm:spPr/>
    </dgm:pt>
    <dgm:pt modelId="{35568D19-E741-4F5D-B07F-55506FDFBD3B}" type="pres">
      <dgm:prSet presAssocID="{B28D66BC-9C0E-4ACB-B100-421EAAD9EE17}" presName="parTx" presStyleLbl="revTx" presStyleIdx="0" presStyleCnt="5">
        <dgm:presLayoutVars>
          <dgm:chMax val="0"/>
          <dgm:chPref val="0"/>
        </dgm:presLayoutVars>
      </dgm:prSet>
      <dgm:spPr/>
    </dgm:pt>
    <dgm:pt modelId="{3D38332E-81B9-40B2-BD5E-6725C76D313A}" type="pres">
      <dgm:prSet presAssocID="{0C0680C8-9403-4AC3-ACF8-21EA7739C218}" presName="sibTrans" presStyleCnt="0"/>
      <dgm:spPr/>
    </dgm:pt>
    <dgm:pt modelId="{E25270FB-A44E-460D-8293-756A6167A771}" type="pres">
      <dgm:prSet presAssocID="{E49BC279-6897-422D-9B0F-4CD248E79BF3}" presName="compNode" presStyleCnt="0"/>
      <dgm:spPr/>
    </dgm:pt>
    <dgm:pt modelId="{42C52599-9D48-40A5-B010-E6C13DC8CEB1}" type="pres">
      <dgm:prSet presAssocID="{E49BC279-6897-422D-9B0F-4CD248E79BF3}" presName="bgRect" presStyleLbl="bgShp" presStyleIdx="1" presStyleCnt="5"/>
      <dgm:spPr/>
    </dgm:pt>
    <dgm:pt modelId="{355211AA-3F1B-4B0C-BDB2-CA25FC77F361}" type="pres">
      <dgm:prSet presAssocID="{E49BC279-6897-422D-9B0F-4CD248E79BF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velope"/>
        </a:ext>
      </dgm:extLst>
    </dgm:pt>
    <dgm:pt modelId="{2814CA11-6A45-4CEE-A340-6596642D058A}" type="pres">
      <dgm:prSet presAssocID="{E49BC279-6897-422D-9B0F-4CD248E79BF3}" presName="spaceRect" presStyleCnt="0"/>
      <dgm:spPr/>
    </dgm:pt>
    <dgm:pt modelId="{F7CD2811-CAA3-481A-BFCB-5850113F8BEE}" type="pres">
      <dgm:prSet presAssocID="{E49BC279-6897-422D-9B0F-4CD248E79BF3}" presName="parTx" presStyleLbl="revTx" presStyleIdx="1" presStyleCnt="5">
        <dgm:presLayoutVars>
          <dgm:chMax val="0"/>
          <dgm:chPref val="0"/>
        </dgm:presLayoutVars>
      </dgm:prSet>
      <dgm:spPr/>
    </dgm:pt>
    <dgm:pt modelId="{D1020F79-0248-4D3C-B881-1CE2732E61E7}" type="pres">
      <dgm:prSet presAssocID="{6BEC5957-1A92-46A3-9788-8E5EFBB441CE}" presName="sibTrans" presStyleCnt="0"/>
      <dgm:spPr/>
    </dgm:pt>
    <dgm:pt modelId="{36099B87-DA7D-4E3B-8600-3EA61B765B4A}" type="pres">
      <dgm:prSet presAssocID="{DA2D427B-94A6-4C6E-9C3E-2435CFFD0180}" presName="compNode" presStyleCnt="0"/>
      <dgm:spPr/>
    </dgm:pt>
    <dgm:pt modelId="{C3C6366F-7D5C-4475-8158-C8F0942BC1D9}" type="pres">
      <dgm:prSet presAssocID="{DA2D427B-94A6-4C6E-9C3E-2435CFFD0180}" presName="bgRect" presStyleLbl="bgShp" presStyleIdx="2" presStyleCnt="5"/>
      <dgm:spPr/>
    </dgm:pt>
    <dgm:pt modelId="{BC27B5B2-6895-44C2-8469-40A27262991B}" type="pres">
      <dgm:prSet presAssocID="{DA2D427B-94A6-4C6E-9C3E-2435CFFD018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BB9BDBF-AC7D-471B-B5FE-714F20719086}" type="pres">
      <dgm:prSet presAssocID="{DA2D427B-94A6-4C6E-9C3E-2435CFFD0180}" presName="spaceRect" presStyleCnt="0"/>
      <dgm:spPr/>
    </dgm:pt>
    <dgm:pt modelId="{F43B9877-9A6B-40B8-B71F-1F6DC440AC1D}" type="pres">
      <dgm:prSet presAssocID="{DA2D427B-94A6-4C6E-9C3E-2435CFFD0180}" presName="parTx" presStyleLbl="revTx" presStyleIdx="2" presStyleCnt="5">
        <dgm:presLayoutVars>
          <dgm:chMax val="0"/>
          <dgm:chPref val="0"/>
        </dgm:presLayoutVars>
      </dgm:prSet>
      <dgm:spPr/>
    </dgm:pt>
    <dgm:pt modelId="{5406EC74-1583-40A5-9410-E76BC0B016C3}" type="pres">
      <dgm:prSet presAssocID="{54CFA70A-0D88-4E18-B847-409FE6EBAAA4}" presName="sibTrans" presStyleCnt="0"/>
      <dgm:spPr/>
    </dgm:pt>
    <dgm:pt modelId="{81083336-F641-4445-87DA-37553AFA3C02}" type="pres">
      <dgm:prSet presAssocID="{FED15CD6-843A-4108-BCAE-FA1A55398EFA}" presName="compNode" presStyleCnt="0"/>
      <dgm:spPr/>
    </dgm:pt>
    <dgm:pt modelId="{1BA1FBA6-F8B1-4083-AC54-16BB1551239C}" type="pres">
      <dgm:prSet presAssocID="{FED15CD6-843A-4108-BCAE-FA1A55398EFA}" presName="bgRect" presStyleLbl="bgShp" presStyleIdx="3" presStyleCnt="5"/>
      <dgm:spPr/>
    </dgm:pt>
    <dgm:pt modelId="{48352B45-94D0-48FF-9365-115D6602B88E}" type="pres">
      <dgm:prSet presAssocID="{FED15CD6-843A-4108-BCAE-FA1A55398EF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F0C1DEE6-B079-4E1D-AEDD-4E29A899A27B}" type="pres">
      <dgm:prSet presAssocID="{FED15CD6-843A-4108-BCAE-FA1A55398EFA}" presName="spaceRect" presStyleCnt="0"/>
      <dgm:spPr/>
    </dgm:pt>
    <dgm:pt modelId="{097041D2-8ECD-4479-A655-B02DCCD9CB36}" type="pres">
      <dgm:prSet presAssocID="{FED15CD6-843A-4108-BCAE-FA1A55398EFA}" presName="parTx" presStyleLbl="revTx" presStyleIdx="3" presStyleCnt="5">
        <dgm:presLayoutVars>
          <dgm:chMax val="0"/>
          <dgm:chPref val="0"/>
        </dgm:presLayoutVars>
      </dgm:prSet>
      <dgm:spPr/>
    </dgm:pt>
    <dgm:pt modelId="{6C2BB3A1-F59E-4365-930D-5CFA37B95687}" type="pres">
      <dgm:prSet presAssocID="{DE0B6FCE-D894-4967-A408-C196381B619A}" presName="sibTrans" presStyleCnt="0"/>
      <dgm:spPr/>
    </dgm:pt>
    <dgm:pt modelId="{80D3C781-A354-4AE9-BCB3-3AFF8B742FAE}" type="pres">
      <dgm:prSet presAssocID="{C3B5A447-C7FC-4D9E-931F-FB2DF9862FE1}" presName="compNode" presStyleCnt="0"/>
      <dgm:spPr/>
    </dgm:pt>
    <dgm:pt modelId="{1064BF90-D4B4-4AB5-B050-1CB1BDCBB65D}" type="pres">
      <dgm:prSet presAssocID="{C3B5A447-C7FC-4D9E-931F-FB2DF9862FE1}" presName="bgRect" presStyleLbl="bgShp" presStyleIdx="4" presStyleCnt="5"/>
      <dgm:spPr/>
    </dgm:pt>
    <dgm:pt modelId="{9964F68E-07AB-4311-A4A1-74D86810D849}" type="pres">
      <dgm:prSet presAssocID="{C3B5A447-C7FC-4D9E-931F-FB2DF9862FE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BA49B62F-86C7-40F3-A0A5-2519A8563D08}" type="pres">
      <dgm:prSet presAssocID="{C3B5A447-C7FC-4D9E-931F-FB2DF9862FE1}" presName="spaceRect" presStyleCnt="0"/>
      <dgm:spPr/>
    </dgm:pt>
    <dgm:pt modelId="{D82A48C8-80A1-4D54-B125-C12804B3C95F}" type="pres">
      <dgm:prSet presAssocID="{C3B5A447-C7FC-4D9E-931F-FB2DF9862FE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3A9ED0B-6377-4850-BE55-2B86F64C28BE}" type="presOf" srcId="{92688E5A-436C-47A5-B926-FD013846C6DE}" destId="{65344829-7C4B-4A09-BCD1-6AE1649E26D4}" srcOrd="0" destOrd="0" presId="urn:microsoft.com/office/officeart/2018/2/layout/IconVerticalSolidList"/>
    <dgm:cxn modelId="{6EF59715-2FB8-4A2E-B38B-B12AC6A23B04}" type="presOf" srcId="{DA2D427B-94A6-4C6E-9C3E-2435CFFD0180}" destId="{F43B9877-9A6B-40B8-B71F-1F6DC440AC1D}" srcOrd="0" destOrd="0" presId="urn:microsoft.com/office/officeart/2018/2/layout/IconVerticalSolidList"/>
    <dgm:cxn modelId="{FDCEAB1E-E5F7-47C6-A6DA-47A59947B580}" type="presOf" srcId="{C3B5A447-C7FC-4D9E-931F-FB2DF9862FE1}" destId="{D82A48C8-80A1-4D54-B125-C12804B3C95F}" srcOrd="0" destOrd="0" presId="urn:microsoft.com/office/officeart/2018/2/layout/IconVerticalSolidList"/>
    <dgm:cxn modelId="{6F54482F-BA59-4C1E-8ED0-1FB95CED2187}" srcId="{92688E5A-436C-47A5-B926-FD013846C6DE}" destId="{DA2D427B-94A6-4C6E-9C3E-2435CFFD0180}" srcOrd="2" destOrd="0" parTransId="{7B152E51-4584-4BB1-A4C6-C9ECBE065240}" sibTransId="{54CFA70A-0D88-4E18-B847-409FE6EBAAA4}"/>
    <dgm:cxn modelId="{378DCB47-CA7D-4A20-9B6F-3EE7682B81BA}" srcId="{92688E5A-436C-47A5-B926-FD013846C6DE}" destId="{C3B5A447-C7FC-4D9E-931F-FB2DF9862FE1}" srcOrd="4" destOrd="0" parTransId="{A81157A1-8E7F-434A-8E82-D64DA5314F42}" sibTransId="{300D4D3F-C164-46B3-B27A-7D2741E9D271}"/>
    <dgm:cxn modelId="{87511379-CFBC-49A9-AD44-8C6602ED1F1E}" type="presOf" srcId="{B28D66BC-9C0E-4ACB-B100-421EAAD9EE17}" destId="{35568D19-E741-4F5D-B07F-55506FDFBD3B}" srcOrd="0" destOrd="0" presId="urn:microsoft.com/office/officeart/2018/2/layout/IconVerticalSolidList"/>
    <dgm:cxn modelId="{6545C881-D920-4DB2-AC35-32137098FC90}" type="presOf" srcId="{E49BC279-6897-422D-9B0F-4CD248E79BF3}" destId="{F7CD2811-CAA3-481A-BFCB-5850113F8BEE}" srcOrd="0" destOrd="0" presId="urn:microsoft.com/office/officeart/2018/2/layout/IconVerticalSolidList"/>
    <dgm:cxn modelId="{398D8EA2-3842-4F1D-9381-EAA87BEF1945}" srcId="{92688E5A-436C-47A5-B926-FD013846C6DE}" destId="{B28D66BC-9C0E-4ACB-B100-421EAAD9EE17}" srcOrd="0" destOrd="0" parTransId="{4E1E059B-6D8E-4924-BAC7-20BB0FFC2254}" sibTransId="{0C0680C8-9403-4AC3-ACF8-21EA7739C218}"/>
    <dgm:cxn modelId="{54D129D6-CAA9-4CD1-A317-BFF1C6A631D3}" srcId="{92688E5A-436C-47A5-B926-FD013846C6DE}" destId="{E49BC279-6897-422D-9B0F-4CD248E79BF3}" srcOrd="1" destOrd="0" parTransId="{5D2B39DC-5894-4D2E-AF15-3E75D0B591A8}" sibTransId="{6BEC5957-1A92-46A3-9788-8E5EFBB441CE}"/>
    <dgm:cxn modelId="{211592D8-FF3C-4F7E-8911-88A7F910B6C3}" srcId="{92688E5A-436C-47A5-B926-FD013846C6DE}" destId="{FED15CD6-843A-4108-BCAE-FA1A55398EFA}" srcOrd="3" destOrd="0" parTransId="{05C79292-1EAE-48CC-9007-918EB5DCEABD}" sibTransId="{DE0B6FCE-D894-4967-A408-C196381B619A}"/>
    <dgm:cxn modelId="{58ABBFDF-25E1-40B9-8001-01A0F5B0C85F}" type="presOf" srcId="{FED15CD6-843A-4108-BCAE-FA1A55398EFA}" destId="{097041D2-8ECD-4479-A655-B02DCCD9CB36}" srcOrd="0" destOrd="0" presId="urn:microsoft.com/office/officeart/2018/2/layout/IconVerticalSolidList"/>
    <dgm:cxn modelId="{E6C7F7FE-5869-45D8-A80C-C07B2404E8AD}" type="presParOf" srcId="{65344829-7C4B-4A09-BCD1-6AE1649E26D4}" destId="{D5CCCDED-7B43-4515-8A40-3A8779B7E430}" srcOrd="0" destOrd="0" presId="urn:microsoft.com/office/officeart/2018/2/layout/IconVerticalSolidList"/>
    <dgm:cxn modelId="{10FD63D9-DEAF-427E-A672-7E2A30C16E3B}" type="presParOf" srcId="{D5CCCDED-7B43-4515-8A40-3A8779B7E430}" destId="{2C6E6703-7DC0-41FD-874E-9C0BB7201281}" srcOrd="0" destOrd="0" presId="urn:microsoft.com/office/officeart/2018/2/layout/IconVerticalSolidList"/>
    <dgm:cxn modelId="{83F7D3AF-EBA6-457E-8F86-2A34597AD32B}" type="presParOf" srcId="{D5CCCDED-7B43-4515-8A40-3A8779B7E430}" destId="{0C84DA6E-8F5A-4696-8185-FB6A8355622C}" srcOrd="1" destOrd="0" presId="urn:microsoft.com/office/officeart/2018/2/layout/IconVerticalSolidList"/>
    <dgm:cxn modelId="{D1FFD8DD-99A2-41CB-A84F-56D96990996A}" type="presParOf" srcId="{D5CCCDED-7B43-4515-8A40-3A8779B7E430}" destId="{BCD64358-F5B9-4E62-8009-9CF98BB05115}" srcOrd="2" destOrd="0" presId="urn:microsoft.com/office/officeart/2018/2/layout/IconVerticalSolidList"/>
    <dgm:cxn modelId="{4A66560F-C462-4DE7-98E2-92DFB13D0F41}" type="presParOf" srcId="{D5CCCDED-7B43-4515-8A40-3A8779B7E430}" destId="{35568D19-E741-4F5D-B07F-55506FDFBD3B}" srcOrd="3" destOrd="0" presId="urn:microsoft.com/office/officeart/2018/2/layout/IconVerticalSolidList"/>
    <dgm:cxn modelId="{066078F1-B83A-4964-B7D8-0E577940737D}" type="presParOf" srcId="{65344829-7C4B-4A09-BCD1-6AE1649E26D4}" destId="{3D38332E-81B9-40B2-BD5E-6725C76D313A}" srcOrd="1" destOrd="0" presId="urn:microsoft.com/office/officeart/2018/2/layout/IconVerticalSolidList"/>
    <dgm:cxn modelId="{89AE4AF7-E28A-4852-85D8-A1AC6A8D0D02}" type="presParOf" srcId="{65344829-7C4B-4A09-BCD1-6AE1649E26D4}" destId="{E25270FB-A44E-460D-8293-756A6167A771}" srcOrd="2" destOrd="0" presId="urn:microsoft.com/office/officeart/2018/2/layout/IconVerticalSolidList"/>
    <dgm:cxn modelId="{CA04EA16-BB18-4E21-8915-E8937DC9920F}" type="presParOf" srcId="{E25270FB-A44E-460D-8293-756A6167A771}" destId="{42C52599-9D48-40A5-B010-E6C13DC8CEB1}" srcOrd="0" destOrd="0" presId="urn:microsoft.com/office/officeart/2018/2/layout/IconVerticalSolidList"/>
    <dgm:cxn modelId="{D7F6B460-05E5-4D53-9C55-1F232AFDCA39}" type="presParOf" srcId="{E25270FB-A44E-460D-8293-756A6167A771}" destId="{355211AA-3F1B-4B0C-BDB2-CA25FC77F361}" srcOrd="1" destOrd="0" presId="urn:microsoft.com/office/officeart/2018/2/layout/IconVerticalSolidList"/>
    <dgm:cxn modelId="{7845BA5C-5E36-42AD-8801-01C38DB98ABA}" type="presParOf" srcId="{E25270FB-A44E-460D-8293-756A6167A771}" destId="{2814CA11-6A45-4CEE-A340-6596642D058A}" srcOrd="2" destOrd="0" presId="urn:microsoft.com/office/officeart/2018/2/layout/IconVerticalSolidList"/>
    <dgm:cxn modelId="{8186FB3E-600F-47A2-B7C6-A545BE838484}" type="presParOf" srcId="{E25270FB-A44E-460D-8293-756A6167A771}" destId="{F7CD2811-CAA3-481A-BFCB-5850113F8BEE}" srcOrd="3" destOrd="0" presId="urn:microsoft.com/office/officeart/2018/2/layout/IconVerticalSolidList"/>
    <dgm:cxn modelId="{9B676422-B9FC-4C50-91FB-CCF2FE0909A7}" type="presParOf" srcId="{65344829-7C4B-4A09-BCD1-6AE1649E26D4}" destId="{D1020F79-0248-4D3C-B881-1CE2732E61E7}" srcOrd="3" destOrd="0" presId="urn:microsoft.com/office/officeart/2018/2/layout/IconVerticalSolidList"/>
    <dgm:cxn modelId="{565EC918-8DC2-4754-8DFD-32D46918A1DB}" type="presParOf" srcId="{65344829-7C4B-4A09-BCD1-6AE1649E26D4}" destId="{36099B87-DA7D-4E3B-8600-3EA61B765B4A}" srcOrd="4" destOrd="0" presId="urn:microsoft.com/office/officeart/2018/2/layout/IconVerticalSolidList"/>
    <dgm:cxn modelId="{3399FB29-4080-4FEF-AC6F-853C2E85A2BF}" type="presParOf" srcId="{36099B87-DA7D-4E3B-8600-3EA61B765B4A}" destId="{C3C6366F-7D5C-4475-8158-C8F0942BC1D9}" srcOrd="0" destOrd="0" presId="urn:microsoft.com/office/officeart/2018/2/layout/IconVerticalSolidList"/>
    <dgm:cxn modelId="{D44C70FF-F977-4F75-8947-30AC3F305D5A}" type="presParOf" srcId="{36099B87-DA7D-4E3B-8600-3EA61B765B4A}" destId="{BC27B5B2-6895-44C2-8469-40A27262991B}" srcOrd="1" destOrd="0" presId="urn:microsoft.com/office/officeart/2018/2/layout/IconVerticalSolidList"/>
    <dgm:cxn modelId="{F4840617-1492-4B4B-835D-5472431E5A30}" type="presParOf" srcId="{36099B87-DA7D-4E3B-8600-3EA61B765B4A}" destId="{CBB9BDBF-AC7D-471B-B5FE-714F20719086}" srcOrd="2" destOrd="0" presId="urn:microsoft.com/office/officeart/2018/2/layout/IconVerticalSolidList"/>
    <dgm:cxn modelId="{111F90EE-9003-4FA1-B98E-FFE0F72466BA}" type="presParOf" srcId="{36099B87-DA7D-4E3B-8600-3EA61B765B4A}" destId="{F43B9877-9A6B-40B8-B71F-1F6DC440AC1D}" srcOrd="3" destOrd="0" presId="urn:microsoft.com/office/officeart/2018/2/layout/IconVerticalSolidList"/>
    <dgm:cxn modelId="{1F0C302D-BBDB-4A64-96AC-32F8D76E600B}" type="presParOf" srcId="{65344829-7C4B-4A09-BCD1-6AE1649E26D4}" destId="{5406EC74-1583-40A5-9410-E76BC0B016C3}" srcOrd="5" destOrd="0" presId="urn:microsoft.com/office/officeart/2018/2/layout/IconVerticalSolidList"/>
    <dgm:cxn modelId="{08C00E99-9406-4AE1-A77E-47B623B2AC69}" type="presParOf" srcId="{65344829-7C4B-4A09-BCD1-6AE1649E26D4}" destId="{81083336-F641-4445-87DA-37553AFA3C02}" srcOrd="6" destOrd="0" presId="urn:microsoft.com/office/officeart/2018/2/layout/IconVerticalSolidList"/>
    <dgm:cxn modelId="{D0E1E772-91D8-4F9A-A309-A9B91A3F2190}" type="presParOf" srcId="{81083336-F641-4445-87DA-37553AFA3C02}" destId="{1BA1FBA6-F8B1-4083-AC54-16BB1551239C}" srcOrd="0" destOrd="0" presId="urn:microsoft.com/office/officeart/2018/2/layout/IconVerticalSolidList"/>
    <dgm:cxn modelId="{3DE28417-84E7-4A15-86EB-6313C7378B5A}" type="presParOf" srcId="{81083336-F641-4445-87DA-37553AFA3C02}" destId="{48352B45-94D0-48FF-9365-115D6602B88E}" srcOrd="1" destOrd="0" presId="urn:microsoft.com/office/officeart/2018/2/layout/IconVerticalSolidList"/>
    <dgm:cxn modelId="{40BC44B0-5EFC-44CC-95D8-9AD5893DF30E}" type="presParOf" srcId="{81083336-F641-4445-87DA-37553AFA3C02}" destId="{F0C1DEE6-B079-4E1D-AEDD-4E29A899A27B}" srcOrd="2" destOrd="0" presId="urn:microsoft.com/office/officeart/2018/2/layout/IconVerticalSolidList"/>
    <dgm:cxn modelId="{CCA852D7-E537-4F7D-8F0A-3366DE16D8FA}" type="presParOf" srcId="{81083336-F641-4445-87DA-37553AFA3C02}" destId="{097041D2-8ECD-4479-A655-B02DCCD9CB36}" srcOrd="3" destOrd="0" presId="urn:microsoft.com/office/officeart/2018/2/layout/IconVerticalSolidList"/>
    <dgm:cxn modelId="{5ED0E103-92E3-4068-AB2E-57F6679FE664}" type="presParOf" srcId="{65344829-7C4B-4A09-BCD1-6AE1649E26D4}" destId="{6C2BB3A1-F59E-4365-930D-5CFA37B95687}" srcOrd="7" destOrd="0" presId="urn:microsoft.com/office/officeart/2018/2/layout/IconVerticalSolidList"/>
    <dgm:cxn modelId="{69866C1B-44BF-4E22-BF0D-EF00F8769475}" type="presParOf" srcId="{65344829-7C4B-4A09-BCD1-6AE1649E26D4}" destId="{80D3C781-A354-4AE9-BCB3-3AFF8B742FAE}" srcOrd="8" destOrd="0" presId="urn:microsoft.com/office/officeart/2018/2/layout/IconVerticalSolidList"/>
    <dgm:cxn modelId="{49B370C3-0368-44D3-AC39-BCAB3EADCCD0}" type="presParOf" srcId="{80D3C781-A354-4AE9-BCB3-3AFF8B742FAE}" destId="{1064BF90-D4B4-4AB5-B050-1CB1BDCBB65D}" srcOrd="0" destOrd="0" presId="urn:microsoft.com/office/officeart/2018/2/layout/IconVerticalSolidList"/>
    <dgm:cxn modelId="{1FF33224-072B-46E0-B26C-A003A3E48D17}" type="presParOf" srcId="{80D3C781-A354-4AE9-BCB3-3AFF8B742FAE}" destId="{9964F68E-07AB-4311-A4A1-74D86810D849}" srcOrd="1" destOrd="0" presId="urn:microsoft.com/office/officeart/2018/2/layout/IconVerticalSolidList"/>
    <dgm:cxn modelId="{57559940-ED49-45BF-B8FA-1A75CD94667D}" type="presParOf" srcId="{80D3C781-A354-4AE9-BCB3-3AFF8B742FAE}" destId="{BA49B62F-86C7-40F3-A0A5-2519A8563D08}" srcOrd="2" destOrd="0" presId="urn:microsoft.com/office/officeart/2018/2/layout/IconVerticalSolidList"/>
    <dgm:cxn modelId="{D235151C-C596-4D4C-916C-514439F51430}" type="presParOf" srcId="{80D3C781-A354-4AE9-BCB3-3AFF8B742FAE}" destId="{D82A48C8-80A1-4D54-B125-C12804B3C9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86EC8D-A0D4-47F4-8D1C-08F99C82844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66BE02D-7698-4AB6-8800-4D1FEB2385C2}">
      <dgm:prSet/>
      <dgm:spPr/>
      <dgm:t>
        <a:bodyPr/>
        <a:lstStyle/>
        <a:p>
          <a:pPr>
            <a:defRPr cap="all"/>
          </a:pPr>
          <a:r>
            <a:rPr lang="en-US"/>
            <a:t>Admin: Config, User/Vendor management.</a:t>
          </a:r>
        </a:p>
      </dgm:t>
    </dgm:pt>
    <dgm:pt modelId="{BC43AC47-460B-4AFA-B22F-96A9682D7649}" type="parTrans" cxnId="{189C7B65-E49F-498C-86B5-2A89BBFD08DA}">
      <dgm:prSet/>
      <dgm:spPr/>
      <dgm:t>
        <a:bodyPr/>
        <a:lstStyle/>
        <a:p>
          <a:endParaRPr lang="en-US"/>
        </a:p>
      </dgm:t>
    </dgm:pt>
    <dgm:pt modelId="{D0425AAF-674B-444D-9869-EB3468B91618}" type="sibTrans" cxnId="{189C7B65-E49F-498C-86B5-2A89BBFD08DA}">
      <dgm:prSet/>
      <dgm:spPr/>
      <dgm:t>
        <a:bodyPr/>
        <a:lstStyle/>
        <a:p>
          <a:endParaRPr lang="en-US"/>
        </a:p>
      </dgm:t>
    </dgm:pt>
    <dgm:pt modelId="{AFD6CDC3-5E69-4CCF-8909-737F62ECF4FB}">
      <dgm:prSet/>
      <dgm:spPr/>
      <dgm:t>
        <a:bodyPr/>
        <a:lstStyle/>
        <a:p>
          <a:pPr>
            <a:defRPr cap="all"/>
          </a:pPr>
          <a:r>
            <a:rPr lang="en-US"/>
            <a:t>Procurement Manager: Reviews and PO management.</a:t>
          </a:r>
        </a:p>
      </dgm:t>
    </dgm:pt>
    <dgm:pt modelId="{1CDA2C1F-2D23-4F23-B6EF-C62CC097AA11}" type="parTrans" cxnId="{1AE1A2FD-7915-4FCF-9A30-A6B1280E354C}">
      <dgm:prSet/>
      <dgm:spPr/>
      <dgm:t>
        <a:bodyPr/>
        <a:lstStyle/>
        <a:p>
          <a:endParaRPr lang="en-US"/>
        </a:p>
      </dgm:t>
    </dgm:pt>
    <dgm:pt modelId="{90789190-C9E0-4E0C-94C6-8D234F9AA2A5}" type="sibTrans" cxnId="{1AE1A2FD-7915-4FCF-9A30-A6B1280E354C}">
      <dgm:prSet/>
      <dgm:spPr/>
      <dgm:t>
        <a:bodyPr/>
        <a:lstStyle/>
        <a:p>
          <a:endParaRPr lang="en-US"/>
        </a:p>
      </dgm:t>
    </dgm:pt>
    <dgm:pt modelId="{3BAE7471-FDD1-45C2-ACA3-F44D81B69BC5}">
      <dgm:prSet/>
      <dgm:spPr/>
      <dgm:t>
        <a:bodyPr/>
        <a:lstStyle/>
        <a:p>
          <a:pPr>
            <a:defRPr cap="all"/>
          </a:pPr>
          <a:r>
            <a:rPr lang="en-US"/>
            <a:t>Employee: Creation of material requests.</a:t>
          </a:r>
        </a:p>
      </dgm:t>
    </dgm:pt>
    <dgm:pt modelId="{3CAD1385-B037-4A7D-BB0B-F2921F713F15}" type="parTrans" cxnId="{C54E06E9-69D0-4C9A-971D-068C14C1CFF6}">
      <dgm:prSet/>
      <dgm:spPr/>
      <dgm:t>
        <a:bodyPr/>
        <a:lstStyle/>
        <a:p>
          <a:endParaRPr lang="en-US"/>
        </a:p>
      </dgm:t>
    </dgm:pt>
    <dgm:pt modelId="{D0524B0D-749A-43AE-B7C5-DA975DE76D7D}" type="sibTrans" cxnId="{C54E06E9-69D0-4C9A-971D-068C14C1CFF6}">
      <dgm:prSet/>
      <dgm:spPr/>
      <dgm:t>
        <a:bodyPr/>
        <a:lstStyle/>
        <a:p>
          <a:endParaRPr lang="en-US"/>
        </a:p>
      </dgm:t>
    </dgm:pt>
    <dgm:pt modelId="{6A8F1FD7-0B2F-4034-A570-C1B4931BED9F}">
      <dgm:prSet/>
      <dgm:spPr/>
      <dgm:t>
        <a:bodyPr/>
        <a:lstStyle/>
        <a:p>
          <a:pPr>
            <a:defRPr cap="all"/>
          </a:pPr>
          <a:r>
            <a:rPr lang="en-US"/>
            <a:t>Vendor: Compliance and fulfillment.</a:t>
          </a:r>
        </a:p>
      </dgm:t>
    </dgm:pt>
    <dgm:pt modelId="{74794E2B-1EF5-4420-B33F-3A149907449E}" type="parTrans" cxnId="{F083150A-1EEC-47C2-9B7D-FD8F26180B4F}">
      <dgm:prSet/>
      <dgm:spPr/>
      <dgm:t>
        <a:bodyPr/>
        <a:lstStyle/>
        <a:p>
          <a:endParaRPr lang="en-US"/>
        </a:p>
      </dgm:t>
    </dgm:pt>
    <dgm:pt modelId="{FEED8D54-5E07-480C-8D89-EB212865BE8F}" type="sibTrans" cxnId="{F083150A-1EEC-47C2-9B7D-FD8F26180B4F}">
      <dgm:prSet/>
      <dgm:spPr/>
      <dgm:t>
        <a:bodyPr/>
        <a:lstStyle/>
        <a:p>
          <a:endParaRPr lang="en-US"/>
        </a:p>
      </dgm:t>
    </dgm:pt>
    <dgm:pt modelId="{7788A04E-4082-4F5F-94CA-ABB39E7E4CC5}" type="pres">
      <dgm:prSet presAssocID="{A186EC8D-A0D4-47F4-8D1C-08F99C82844F}" presName="root" presStyleCnt="0">
        <dgm:presLayoutVars>
          <dgm:dir/>
          <dgm:resizeHandles val="exact"/>
        </dgm:presLayoutVars>
      </dgm:prSet>
      <dgm:spPr/>
    </dgm:pt>
    <dgm:pt modelId="{09E22043-B353-430E-82C7-EBB9E862DD6C}" type="pres">
      <dgm:prSet presAssocID="{766BE02D-7698-4AB6-8800-4D1FEB2385C2}" presName="compNode" presStyleCnt="0"/>
      <dgm:spPr/>
    </dgm:pt>
    <dgm:pt modelId="{45B51F1D-C70F-4C7E-82AB-EC755EA41E5D}" type="pres">
      <dgm:prSet presAssocID="{766BE02D-7698-4AB6-8800-4D1FEB2385C2}" presName="iconBgRect" presStyleLbl="bgShp" presStyleIdx="0" presStyleCnt="4"/>
      <dgm:spPr/>
    </dgm:pt>
    <dgm:pt modelId="{D00AB4B8-C965-4C6E-8CE0-5B36B8C5A9D2}" type="pres">
      <dgm:prSet presAssocID="{766BE02D-7698-4AB6-8800-4D1FEB2385C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1EBB259-1AD4-46FD-AEE7-06D61143A7BC}" type="pres">
      <dgm:prSet presAssocID="{766BE02D-7698-4AB6-8800-4D1FEB2385C2}" presName="spaceRect" presStyleCnt="0"/>
      <dgm:spPr/>
    </dgm:pt>
    <dgm:pt modelId="{5769FF9E-F17E-418C-AC5C-B6B510932BB9}" type="pres">
      <dgm:prSet presAssocID="{766BE02D-7698-4AB6-8800-4D1FEB2385C2}" presName="textRect" presStyleLbl="revTx" presStyleIdx="0" presStyleCnt="4">
        <dgm:presLayoutVars>
          <dgm:chMax val="1"/>
          <dgm:chPref val="1"/>
        </dgm:presLayoutVars>
      </dgm:prSet>
      <dgm:spPr/>
    </dgm:pt>
    <dgm:pt modelId="{B087BC09-31DF-400F-BD30-93272085BB56}" type="pres">
      <dgm:prSet presAssocID="{D0425AAF-674B-444D-9869-EB3468B91618}" presName="sibTrans" presStyleCnt="0"/>
      <dgm:spPr/>
    </dgm:pt>
    <dgm:pt modelId="{81E52CE9-64BF-4E63-B167-FC354501A004}" type="pres">
      <dgm:prSet presAssocID="{AFD6CDC3-5E69-4CCF-8909-737F62ECF4FB}" presName="compNode" presStyleCnt="0"/>
      <dgm:spPr/>
    </dgm:pt>
    <dgm:pt modelId="{643A319E-E7E2-41B5-8665-4CDB07F293D5}" type="pres">
      <dgm:prSet presAssocID="{AFD6CDC3-5E69-4CCF-8909-737F62ECF4FB}" presName="iconBgRect" presStyleLbl="bgShp" presStyleIdx="1" presStyleCnt="4"/>
      <dgm:spPr/>
    </dgm:pt>
    <dgm:pt modelId="{1E121122-9C6D-452B-91C6-1C80A60D905B}" type="pres">
      <dgm:prSet presAssocID="{AFD6CDC3-5E69-4CCF-8909-737F62ECF4F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D7E4536C-FDE8-4BE5-8D9D-BFF92FE0A205}" type="pres">
      <dgm:prSet presAssocID="{AFD6CDC3-5E69-4CCF-8909-737F62ECF4FB}" presName="spaceRect" presStyleCnt="0"/>
      <dgm:spPr/>
    </dgm:pt>
    <dgm:pt modelId="{4BAB8C07-2059-431C-AB74-FB423096B917}" type="pres">
      <dgm:prSet presAssocID="{AFD6CDC3-5E69-4CCF-8909-737F62ECF4FB}" presName="textRect" presStyleLbl="revTx" presStyleIdx="1" presStyleCnt="4">
        <dgm:presLayoutVars>
          <dgm:chMax val="1"/>
          <dgm:chPref val="1"/>
        </dgm:presLayoutVars>
      </dgm:prSet>
      <dgm:spPr/>
    </dgm:pt>
    <dgm:pt modelId="{2C3DC9F9-3BD9-4226-B7AE-964EACBCADC5}" type="pres">
      <dgm:prSet presAssocID="{90789190-C9E0-4E0C-94C6-8D234F9AA2A5}" presName="sibTrans" presStyleCnt="0"/>
      <dgm:spPr/>
    </dgm:pt>
    <dgm:pt modelId="{89E665CE-A912-476D-8C1B-723E061C1874}" type="pres">
      <dgm:prSet presAssocID="{3BAE7471-FDD1-45C2-ACA3-F44D81B69BC5}" presName="compNode" presStyleCnt="0"/>
      <dgm:spPr/>
    </dgm:pt>
    <dgm:pt modelId="{2E1EE98F-6378-4835-8299-2525EEBB9E27}" type="pres">
      <dgm:prSet presAssocID="{3BAE7471-FDD1-45C2-ACA3-F44D81B69BC5}" presName="iconBgRect" presStyleLbl="bgShp" presStyleIdx="2" presStyleCnt="4"/>
      <dgm:spPr/>
    </dgm:pt>
    <dgm:pt modelId="{B1572FFB-43F8-4A3A-AE0C-C56D36CC2052}" type="pres">
      <dgm:prSet presAssocID="{3BAE7471-FDD1-45C2-ACA3-F44D81B69B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11DC21F3-9934-46EC-97EC-89AF835A254A}" type="pres">
      <dgm:prSet presAssocID="{3BAE7471-FDD1-45C2-ACA3-F44D81B69BC5}" presName="spaceRect" presStyleCnt="0"/>
      <dgm:spPr/>
    </dgm:pt>
    <dgm:pt modelId="{7AA938E8-20CE-4160-B5BF-DC77ABA043FC}" type="pres">
      <dgm:prSet presAssocID="{3BAE7471-FDD1-45C2-ACA3-F44D81B69BC5}" presName="textRect" presStyleLbl="revTx" presStyleIdx="2" presStyleCnt="4">
        <dgm:presLayoutVars>
          <dgm:chMax val="1"/>
          <dgm:chPref val="1"/>
        </dgm:presLayoutVars>
      </dgm:prSet>
      <dgm:spPr/>
    </dgm:pt>
    <dgm:pt modelId="{DBDEA903-1377-4749-8915-9D98D3578BF9}" type="pres">
      <dgm:prSet presAssocID="{D0524B0D-749A-43AE-B7C5-DA975DE76D7D}" presName="sibTrans" presStyleCnt="0"/>
      <dgm:spPr/>
    </dgm:pt>
    <dgm:pt modelId="{B06CF3C4-86EA-49FF-8DAA-EA43B4747584}" type="pres">
      <dgm:prSet presAssocID="{6A8F1FD7-0B2F-4034-A570-C1B4931BED9F}" presName="compNode" presStyleCnt="0"/>
      <dgm:spPr/>
    </dgm:pt>
    <dgm:pt modelId="{D0D843CA-510D-42AD-A216-8F2BEE35D205}" type="pres">
      <dgm:prSet presAssocID="{6A8F1FD7-0B2F-4034-A570-C1B4931BED9F}" presName="iconBgRect" presStyleLbl="bgShp" presStyleIdx="3" presStyleCnt="4"/>
      <dgm:spPr/>
    </dgm:pt>
    <dgm:pt modelId="{05F28376-7AD1-454A-BB03-2612BA0CFB72}" type="pres">
      <dgm:prSet presAssocID="{6A8F1FD7-0B2F-4034-A570-C1B4931BED9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9693668C-EE22-42D4-9AAB-F5DD1101E08E}" type="pres">
      <dgm:prSet presAssocID="{6A8F1FD7-0B2F-4034-A570-C1B4931BED9F}" presName="spaceRect" presStyleCnt="0"/>
      <dgm:spPr/>
    </dgm:pt>
    <dgm:pt modelId="{3828D856-3EE3-4EF9-A90C-B3B6E785C36D}" type="pres">
      <dgm:prSet presAssocID="{6A8F1FD7-0B2F-4034-A570-C1B4931BED9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083150A-1EEC-47C2-9B7D-FD8F26180B4F}" srcId="{A186EC8D-A0D4-47F4-8D1C-08F99C82844F}" destId="{6A8F1FD7-0B2F-4034-A570-C1B4931BED9F}" srcOrd="3" destOrd="0" parTransId="{74794E2B-1EF5-4420-B33F-3A149907449E}" sibTransId="{FEED8D54-5E07-480C-8D89-EB212865BE8F}"/>
    <dgm:cxn modelId="{7B988918-D202-46D9-9B9B-324F6A92AD14}" type="presOf" srcId="{3BAE7471-FDD1-45C2-ACA3-F44D81B69BC5}" destId="{7AA938E8-20CE-4160-B5BF-DC77ABA043FC}" srcOrd="0" destOrd="0" presId="urn:microsoft.com/office/officeart/2018/5/layout/IconCircleLabelList"/>
    <dgm:cxn modelId="{189C7B65-E49F-498C-86B5-2A89BBFD08DA}" srcId="{A186EC8D-A0D4-47F4-8D1C-08F99C82844F}" destId="{766BE02D-7698-4AB6-8800-4D1FEB2385C2}" srcOrd="0" destOrd="0" parTransId="{BC43AC47-460B-4AFA-B22F-96A9682D7649}" sibTransId="{D0425AAF-674B-444D-9869-EB3468B91618}"/>
    <dgm:cxn modelId="{3F088F73-D9B3-4230-886B-5291FD54B308}" type="presOf" srcId="{A186EC8D-A0D4-47F4-8D1C-08F99C82844F}" destId="{7788A04E-4082-4F5F-94CA-ABB39E7E4CC5}" srcOrd="0" destOrd="0" presId="urn:microsoft.com/office/officeart/2018/5/layout/IconCircleLabelList"/>
    <dgm:cxn modelId="{9D50CC7D-F13B-4BAC-B22D-E10B4D0D13E1}" type="presOf" srcId="{AFD6CDC3-5E69-4CCF-8909-737F62ECF4FB}" destId="{4BAB8C07-2059-431C-AB74-FB423096B917}" srcOrd="0" destOrd="0" presId="urn:microsoft.com/office/officeart/2018/5/layout/IconCircleLabelList"/>
    <dgm:cxn modelId="{B4B6429B-4A1D-4232-8B64-C6C14A7CF3FE}" type="presOf" srcId="{766BE02D-7698-4AB6-8800-4D1FEB2385C2}" destId="{5769FF9E-F17E-418C-AC5C-B6B510932BB9}" srcOrd="0" destOrd="0" presId="urn:microsoft.com/office/officeart/2018/5/layout/IconCircleLabelList"/>
    <dgm:cxn modelId="{C54E06E9-69D0-4C9A-971D-068C14C1CFF6}" srcId="{A186EC8D-A0D4-47F4-8D1C-08F99C82844F}" destId="{3BAE7471-FDD1-45C2-ACA3-F44D81B69BC5}" srcOrd="2" destOrd="0" parTransId="{3CAD1385-B037-4A7D-BB0B-F2921F713F15}" sibTransId="{D0524B0D-749A-43AE-B7C5-DA975DE76D7D}"/>
    <dgm:cxn modelId="{883754EC-83D2-4745-89F2-F2CB064025A9}" type="presOf" srcId="{6A8F1FD7-0B2F-4034-A570-C1B4931BED9F}" destId="{3828D856-3EE3-4EF9-A90C-B3B6E785C36D}" srcOrd="0" destOrd="0" presId="urn:microsoft.com/office/officeart/2018/5/layout/IconCircleLabelList"/>
    <dgm:cxn modelId="{1AE1A2FD-7915-4FCF-9A30-A6B1280E354C}" srcId="{A186EC8D-A0D4-47F4-8D1C-08F99C82844F}" destId="{AFD6CDC3-5E69-4CCF-8909-737F62ECF4FB}" srcOrd="1" destOrd="0" parTransId="{1CDA2C1F-2D23-4F23-B6EF-C62CC097AA11}" sibTransId="{90789190-C9E0-4E0C-94C6-8D234F9AA2A5}"/>
    <dgm:cxn modelId="{63BBED9F-FCA5-4FFC-88FF-CEF8F580BD38}" type="presParOf" srcId="{7788A04E-4082-4F5F-94CA-ABB39E7E4CC5}" destId="{09E22043-B353-430E-82C7-EBB9E862DD6C}" srcOrd="0" destOrd="0" presId="urn:microsoft.com/office/officeart/2018/5/layout/IconCircleLabelList"/>
    <dgm:cxn modelId="{BDC1399A-3A7E-4504-AF36-37990B7E52BC}" type="presParOf" srcId="{09E22043-B353-430E-82C7-EBB9E862DD6C}" destId="{45B51F1D-C70F-4C7E-82AB-EC755EA41E5D}" srcOrd="0" destOrd="0" presId="urn:microsoft.com/office/officeart/2018/5/layout/IconCircleLabelList"/>
    <dgm:cxn modelId="{0BB2C692-6F58-49CE-A857-781CB5B82349}" type="presParOf" srcId="{09E22043-B353-430E-82C7-EBB9E862DD6C}" destId="{D00AB4B8-C965-4C6E-8CE0-5B36B8C5A9D2}" srcOrd="1" destOrd="0" presId="urn:microsoft.com/office/officeart/2018/5/layout/IconCircleLabelList"/>
    <dgm:cxn modelId="{7B185F4D-BA15-45FE-A54B-A9EBAC867848}" type="presParOf" srcId="{09E22043-B353-430E-82C7-EBB9E862DD6C}" destId="{91EBB259-1AD4-46FD-AEE7-06D61143A7BC}" srcOrd="2" destOrd="0" presId="urn:microsoft.com/office/officeart/2018/5/layout/IconCircleLabelList"/>
    <dgm:cxn modelId="{151A3D6B-507F-43BE-830A-C1577A2A6F46}" type="presParOf" srcId="{09E22043-B353-430E-82C7-EBB9E862DD6C}" destId="{5769FF9E-F17E-418C-AC5C-B6B510932BB9}" srcOrd="3" destOrd="0" presId="urn:microsoft.com/office/officeart/2018/5/layout/IconCircleLabelList"/>
    <dgm:cxn modelId="{AFDBADCF-0AA4-49C6-AADD-B54804D0FF50}" type="presParOf" srcId="{7788A04E-4082-4F5F-94CA-ABB39E7E4CC5}" destId="{B087BC09-31DF-400F-BD30-93272085BB56}" srcOrd="1" destOrd="0" presId="urn:microsoft.com/office/officeart/2018/5/layout/IconCircleLabelList"/>
    <dgm:cxn modelId="{F874C697-D56C-421E-90F1-832EA020AEC7}" type="presParOf" srcId="{7788A04E-4082-4F5F-94CA-ABB39E7E4CC5}" destId="{81E52CE9-64BF-4E63-B167-FC354501A004}" srcOrd="2" destOrd="0" presId="urn:microsoft.com/office/officeart/2018/5/layout/IconCircleLabelList"/>
    <dgm:cxn modelId="{7C9E81E2-FFF7-4972-AAA2-863419035C8D}" type="presParOf" srcId="{81E52CE9-64BF-4E63-B167-FC354501A004}" destId="{643A319E-E7E2-41B5-8665-4CDB07F293D5}" srcOrd="0" destOrd="0" presId="urn:microsoft.com/office/officeart/2018/5/layout/IconCircleLabelList"/>
    <dgm:cxn modelId="{DEE2F83F-E0CD-4D74-9194-1E0CEF48F6F7}" type="presParOf" srcId="{81E52CE9-64BF-4E63-B167-FC354501A004}" destId="{1E121122-9C6D-452B-91C6-1C80A60D905B}" srcOrd="1" destOrd="0" presId="urn:microsoft.com/office/officeart/2018/5/layout/IconCircleLabelList"/>
    <dgm:cxn modelId="{27BD8753-F8C0-4C73-973D-C95624FE0D84}" type="presParOf" srcId="{81E52CE9-64BF-4E63-B167-FC354501A004}" destId="{D7E4536C-FDE8-4BE5-8D9D-BFF92FE0A205}" srcOrd="2" destOrd="0" presId="urn:microsoft.com/office/officeart/2018/5/layout/IconCircleLabelList"/>
    <dgm:cxn modelId="{16C367C9-1ADF-4118-AC13-10FC45065EDF}" type="presParOf" srcId="{81E52CE9-64BF-4E63-B167-FC354501A004}" destId="{4BAB8C07-2059-431C-AB74-FB423096B917}" srcOrd="3" destOrd="0" presId="urn:microsoft.com/office/officeart/2018/5/layout/IconCircleLabelList"/>
    <dgm:cxn modelId="{615AA483-50C2-42D9-A541-DB604E00786D}" type="presParOf" srcId="{7788A04E-4082-4F5F-94CA-ABB39E7E4CC5}" destId="{2C3DC9F9-3BD9-4226-B7AE-964EACBCADC5}" srcOrd="3" destOrd="0" presId="urn:microsoft.com/office/officeart/2018/5/layout/IconCircleLabelList"/>
    <dgm:cxn modelId="{8F2351D1-F7BF-418D-8B88-8C7C02E72C26}" type="presParOf" srcId="{7788A04E-4082-4F5F-94CA-ABB39E7E4CC5}" destId="{89E665CE-A912-476D-8C1B-723E061C1874}" srcOrd="4" destOrd="0" presId="urn:microsoft.com/office/officeart/2018/5/layout/IconCircleLabelList"/>
    <dgm:cxn modelId="{436689B2-4A55-4592-AA14-A56D73C94D47}" type="presParOf" srcId="{89E665CE-A912-476D-8C1B-723E061C1874}" destId="{2E1EE98F-6378-4835-8299-2525EEBB9E27}" srcOrd="0" destOrd="0" presId="urn:microsoft.com/office/officeart/2018/5/layout/IconCircleLabelList"/>
    <dgm:cxn modelId="{6226331D-F7B7-40AC-88ED-9A9694ADDB5F}" type="presParOf" srcId="{89E665CE-A912-476D-8C1B-723E061C1874}" destId="{B1572FFB-43F8-4A3A-AE0C-C56D36CC2052}" srcOrd="1" destOrd="0" presId="urn:microsoft.com/office/officeart/2018/5/layout/IconCircleLabelList"/>
    <dgm:cxn modelId="{A003734F-B87C-4B20-A92D-B10B364D68F1}" type="presParOf" srcId="{89E665CE-A912-476D-8C1B-723E061C1874}" destId="{11DC21F3-9934-46EC-97EC-89AF835A254A}" srcOrd="2" destOrd="0" presId="urn:microsoft.com/office/officeart/2018/5/layout/IconCircleLabelList"/>
    <dgm:cxn modelId="{C82A6F49-DD45-489E-8CA9-D00181BAA693}" type="presParOf" srcId="{89E665CE-A912-476D-8C1B-723E061C1874}" destId="{7AA938E8-20CE-4160-B5BF-DC77ABA043FC}" srcOrd="3" destOrd="0" presId="urn:microsoft.com/office/officeart/2018/5/layout/IconCircleLabelList"/>
    <dgm:cxn modelId="{36E05D9B-5E65-4EEA-8D02-72BC87465EE7}" type="presParOf" srcId="{7788A04E-4082-4F5F-94CA-ABB39E7E4CC5}" destId="{DBDEA903-1377-4749-8915-9D98D3578BF9}" srcOrd="5" destOrd="0" presId="urn:microsoft.com/office/officeart/2018/5/layout/IconCircleLabelList"/>
    <dgm:cxn modelId="{7A5409D8-002E-49DB-897E-6DF2F309457E}" type="presParOf" srcId="{7788A04E-4082-4F5F-94CA-ABB39E7E4CC5}" destId="{B06CF3C4-86EA-49FF-8DAA-EA43B4747584}" srcOrd="6" destOrd="0" presId="urn:microsoft.com/office/officeart/2018/5/layout/IconCircleLabelList"/>
    <dgm:cxn modelId="{30B6CCE4-7493-4D64-891C-FF475BDE0332}" type="presParOf" srcId="{B06CF3C4-86EA-49FF-8DAA-EA43B4747584}" destId="{D0D843CA-510D-42AD-A216-8F2BEE35D205}" srcOrd="0" destOrd="0" presId="urn:microsoft.com/office/officeart/2018/5/layout/IconCircleLabelList"/>
    <dgm:cxn modelId="{18F4F314-644C-461F-820F-7692F9B478E1}" type="presParOf" srcId="{B06CF3C4-86EA-49FF-8DAA-EA43B4747584}" destId="{05F28376-7AD1-454A-BB03-2612BA0CFB72}" srcOrd="1" destOrd="0" presId="urn:microsoft.com/office/officeart/2018/5/layout/IconCircleLabelList"/>
    <dgm:cxn modelId="{C9161758-BA8B-4E6F-99B9-31655A08516A}" type="presParOf" srcId="{B06CF3C4-86EA-49FF-8DAA-EA43B4747584}" destId="{9693668C-EE22-42D4-9AAB-F5DD1101E08E}" srcOrd="2" destOrd="0" presId="urn:microsoft.com/office/officeart/2018/5/layout/IconCircleLabelList"/>
    <dgm:cxn modelId="{04978E70-897C-40AA-8A97-B21875492A70}" type="presParOf" srcId="{B06CF3C4-86EA-49FF-8DAA-EA43B4747584}" destId="{3828D856-3EE3-4EF9-A90C-B3B6E785C36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044EA1-F26F-4CD6-8E57-09C49F7C42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5E20EF23-4579-4A87-89FE-4C1BA95B7843}">
      <dgm:prSet/>
      <dgm:spPr/>
      <dgm:t>
        <a:bodyPr/>
        <a:lstStyle/>
        <a:p>
          <a:r>
            <a:rPr lang="en-US"/>
            <a:t>DRAFT -&gt; PENDING -&gt; APPROVED</a:t>
          </a:r>
        </a:p>
      </dgm:t>
    </dgm:pt>
    <dgm:pt modelId="{7E51A370-F362-4D8D-95A8-31CFB93CBE90}" type="parTrans" cxnId="{89B10BE9-C8DC-44A9-81FB-931314FD968A}">
      <dgm:prSet/>
      <dgm:spPr/>
      <dgm:t>
        <a:bodyPr/>
        <a:lstStyle/>
        <a:p>
          <a:endParaRPr lang="en-US"/>
        </a:p>
      </dgm:t>
    </dgm:pt>
    <dgm:pt modelId="{F2CB5FF6-8D1E-4A6F-AE55-D083A882DD54}" type="sibTrans" cxnId="{89B10BE9-C8DC-44A9-81FB-931314FD968A}">
      <dgm:prSet/>
      <dgm:spPr/>
      <dgm:t>
        <a:bodyPr/>
        <a:lstStyle/>
        <a:p>
          <a:endParaRPr lang="en-US"/>
        </a:p>
      </dgm:t>
    </dgm:pt>
    <dgm:pt modelId="{FDCF5F5A-3C07-4508-A71B-6C5EF8120936}">
      <dgm:prSet/>
      <dgm:spPr/>
      <dgm:t>
        <a:bodyPr/>
        <a:lstStyle/>
        <a:p>
          <a:r>
            <a:rPr lang="en-US"/>
            <a:t>PO_CREATED -&gt; COMPLETED</a:t>
          </a:r>
        </a:p>
      </dgm:t>
    </dgm:pt>
    <dgm:pt modelId="{545159EE-F2B7-48B5-B814-97A4008FB567}" type="parTrans" cxnId="{CD7F5B34-553E-43C6-A5FE-83358586A23F}">
      <dgm:prSet/>
      <dgm:spPr/>
      <dgm:t>
        <a:bodyPr/>
        <a:lstStyle/>
        <a:p>
          <a:endParaRPr lang="en-US"/>
        </a:p>
      </dgm:t>
    </dgm:pt>
    <dgm:pt modelId="{7560D2FB-F127-479E-9825-3468090FE1E7}" type="sibTrans" cxnId="{CD7F5B34-553E-43C6-A5FE-83358586A23F}">
      <dgm:prSet/>
      <dgm:spPr/>
      <dgm:t>
        <a:bodyPr/>
        <a:lstStyle/>
        <a:p>
          <a:endParaRPr lang="en-US"/>
        </a:p>
      </dgm:t>
    </dgm:pt>
    <dgm:pt modelId="{8289EC32-6F04-4359-8E6C-3C885E8F4987}">
      <dgm:prSet/>
      <dgm:spPr/>
      <dgm:t>
        <a:bodyPr/>
        <a:lstStyle/>
        <a:p>
          <a:r>
            <a:rPr lang="en-US"/>
            <a:t>REJECTED (with comments)</a:t>
          </a:r>
        </a:p>
      </dgm:t>
    </dgm:pt>
    <dgm:pt modelId="{0E6D3442-C21E-4A6D-9F94-C0F33C6C3E7F}" type="parTrans" cxnId="{0D850C73-1BF5-4A49-80E4-5EEEFE209519}">
      <dgm:prSet/>
      <dgm:spPr/>
      <dgm:t>
        <a:bodyPr/>
        <a:lstStyle/>
        <a:p>
          <a:endParaRPr lang="en-US"/>
        </a:p>
      </dgm:t>
    </dgm:pt>
    <dgm:pt modelId="{A472A140-BB4E-431D-8016-A72C6FBAA5AA}" type="sibTrans" cxnId="{0D850C73-1BF5-4A49-80E4-5EEEFE209519}">
      <dgm:prSet/>
      <dgm:spPr/>
      <dgm:t>
        <a:bodyPr/>
        <a:lstStyle/>
        <a:p>
          <a:endParaRPr lang="en-US"/>
        </a:p>
      </dgm:t>
    </dgm:pt>
    <dgm:pt modelId="{DF459FB5-43A1-453B-BA34-667ADAB3A1B0}" type="pres">
      <dgm:prSet presAssocID="{A7044EA1-F26F-4CD6-8E57-09C49F7C4292}" presName="root" presStyleCnt="0">
        <dgm:presLayoutVars>
          <dgm:dir/>
          <dgm:resizeHandles val="exact"/>
        </dgm:presLayoutVars>
      </dgm:prSet>
      <dgm:spPr/>
    </dgm:pt>
    <dgm:pt modelId="{946C29CE-96C6-496B-B27D-5D0FD489378F}" type="pres">
      <dgm:prSet presAssocID="{5E20EF23-4579-4A87-89FE-4C1BA95B7843}" presName="compNode" presStyleCnt="0"/>
      <dgm:spPr/>
    </dgm:pt>
    <dgm:pt modelId="{F3ABEEC1-B28B-472A-961B-BAC37B85B42F}" type="pres">
      <dgm:prSet presAssocID="{5E20EF23-4579-4A87-89FE-4C1BA95B7843}" presName="bgRect" presStyleLbl="bgShp" presStyleIdx="0" presStyleCnt="3"/>
      <dgm:spPr/>
    </dgm:pt>
    <dgm:pt modelId="{20498BAD-608D-48D1-B6FC-A5704877D1BB}" type="pres">
      <dgm:prSet presAssocID="{5E20EF23-4579-4A87-89FE-4C1BA95B78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ormation"/>
        </a:ext>
      </dgm:extLst>
    </dgm:pt>
    <dgm:pt modelId="{F4F4AB31-0CE0-4FBB-8C68-F9240578B92F}" type="pres">
      <dgm:prSet presAssocID="{5E20EF23-4579-4A87-89FE-4C1BA95B7843}" presName="spaceRect" presStyleCnt="0"/>
      <dgm:spPr/>
    </dgm:pt>
    <dgm:pt modelId="{45844BC0-22C8-4768-A4F9-84C282B25FC0}" type="pres">
      <dgm:prSet presAssocID="{5E20EF23-4579-4A87-89FE-4C1BA95B7843}" presName="parTx" presStyleLbl="revTx" presStyleIdx="0" presStyleCnt="3">
        <dgm:presLayoutVars>
          <dgm:chMax val="0"/>
          <dgm:chPref val="0"/>
        </dgm:presLayoutVars>
      </dgm:prSet>
      <dgm:spPr/>
    </dgm:pt>
    <dgm:pt modelId="{633CC15D-FC41-4C08-BDDB-8B56B6A1A988}" type="pres">
      <dgm:prSet presAssocID="{F2CB5FF6-8D1E-4A6F-AE55-D083A882DD54}" presName="sibTrans" presStyleCnt="0"/>
      <dgm:spPr/>
    </dgm:pt>
    <dgm:pt modelId="{78813578-134F-40F9-9245-DF770E681906}" type="pres">
      <dgm:prSet presAssocID="{FDCF5F5A-3C07-4508-A71B-6C5EF8120936}" presName="compNode" presStyleCnt="0"/>
      <dgm:spPr/>
    </dgm:pt>
    <dgm:pt modelId="{20FA5FEC-013C-4A44-8E82-F7F593BC5402}" type="pres">
      <dgm:prSet presAssocID="{FDCF5F5A-3C07-4508-A71B-6C5EF8120936}" presName="bgRect" presStyleLbl="bgShp" presStyleIdx="1" presStyleCnt="3"/>
      <dgm:spPr/>
    </dgm:pt>
    <dgm:pt modelId="{F9D10FAC-4FA3-4ABE-9F52-8A94304FF3BC}" type="pres">
      <dgm:prSet presAssocID="{FDCF5F5A-3C07-4508-A71B-6C5EF812093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69A802-6A31-4F85-9DC9-948226BEAA0F}" type="pres">
      <dgm:prSet presAssocID="{FDCF5F5A-3C07-4508-A71B-6C5EF8120936}" presName="spaceRect" presStyleCnt="0"/>
      <dgm:spPr/>
    </dgm:pt>
    <dgm:pt modelId="{F4467CF0-D50E-46AF-ADAC-F59E5AA64B1F}" type="pres">
      <dgm:prSet presAssocID="{FDCF5F5A-3C07-4508-A71B-6C5EF8120936}" presName="parTx" presStyleLbl="revTx" presStyleIdx="1" presStyleCnt="3">
        <dgm:presLayoutVars>
          <dgm:chMax val="0"/>
          <dgm:chPref val="0"/>
        </dgm:presLayoutVars>
      </dgm:prSet>
      <dgm:spPr/>
    </dgm:pt>
    <dgm:pt modelId="{67BD89D3-6BFE-40D4-96F2-D5C351758FE4}" type="pres">
      <dgm:prSet presAssocID="{7560D2FB-F127-479E-9825-3468090FE1E7}" presName="sibTrans" presStyleCnt="0"/>
      <dgm:spPr/>
    </dgm:pt>
    <dgm:pt modelId="{6407A6E3-44AC-4FCC-A4BD-9675EE08618C}" type="pres">
      <dgm:prSet presAssocID="{8289EC32-6F04-4359-8E6C-3C885E8F4987}" presName="compNode" presStyleCnt="0"/>
      <dgm:spPr/>
    </dgm:pt>
    <dgm:pt modelId="{6DF95E6D-A482-4E98-89E0-F95408C3FF73}" type="pres">
      <dgm:prSet presAssocID="{8289EC32-6F04-4359-8E6C-3C885E8F4987}" presName="bgRect" presStyleLbl="bgShp" presStyleIdx="2" presStyleCnt="3"/>
      <dgm:spPr/>
    </dgm:pt>
    <dgm:pt modelId="{D19E9D4A-F88F-4805-9D78-2E2F17A2E67E}" type="pres">
      <dgm:prSet presAssocID="{8289EC32-6F04-4359-8E6C-3C885E8F498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66B668C4-9E5C-44BE-8EF5-9BA6F506310A}" type="pres">
      <dgm:prSet presAssocID="{8289EC32-6F04-4359-8E6C-3C885E8F4987}" presName="spaceRect" presStyleCnt="0"/>
      <dgm:spPr/>
    </dgm:pt>
    <dgm:pt modelId="{E5D855B7-4BAA-4392-B702-AE4B69721BF6}" type="pres">
      <dgm:prSet presAssocID="{8289EC32-6F04-4359-8E6C-3C885E8F498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15CAB2B-5606-4107-BDAC-417511A369AC}" type="presOf" srcId="{A7044EA1-F26F-4CD6-8E57-09C49F7C4292}" destId="{DF459FB5-43A1-453B-BA34-667ADAB3A1B0}" srcOrd="0" destOrd="0" presId="urn:microsoft.com/office/officeart/2018/2/layout/IconVerticalSolidList"/>
    <dgm:cxn modelId="{CD7F5B34-553E-43C6-A5FE-83358586A23F}" srcId="{A7044EA1-F26F-4CD6-8E57-09C49F7C4292}" destId="{FDCF5F5A-3C07-4508-A71B-6C5EF8120936}" srcOrd="1" destOrd="0" parTransId="{545159EE-F2B7-48B5-B814-97A4008FB567}" sibTransId="{7560D2FB-F127-479E-9825-3468090FE1E7}"/>
    <dgm:cxn modelId="{0D850C73-1BF5-4A49-80E4-5EEEFE209519}" srcId="{A7044EA1-F26F-4CD6-8E57-09C49F7C4292}" destId="{8289EC32-6F04-4359-8E6C-3C885E8F4987}" srcOrd="2" destOrd="0" parTransId="{0E6D3442-C21E-4A6D-9F94-C0F33C6C3E7F}" sibTransId="{A472A140-BB4E-431D-8016-A72C6FBAA5AA}"/>
    <dgm:cxn modelId="{AC371174-81ED-4F2D-B112-014A59C57AF0}" type="presOf" srcId="{5E20EF23-4579-4A87-89FE-4C1BA95B7843}" destId="{45844BC0-22C8-4768-A4F9-84C282B25FC0}" srcOrd="0" destOrd="0" presId="urn:microsoft.com/office/officeart/2018/2/layout/IconVerticalSolidList"/>
    <dgm:cxn modelId="{BEED6F8B-A478-4CC5-84B1-A99769D652A1}" type="presOf" srcId="{FDCF5F5A-3C07-4508-A71B-6C5EF8120936}" destId="{F4467CF0-D50E-46AF-ADAC-F59E5AA64B1F}" srcOrd="0" destOrd="0" presId="urn:microsoft.com/office/officeart/2018/2/layout/IconVerticalSolidList"/>
    <dgm:cxn modelId="{C2E1E499-CE13-413B-BB7F-8D779DA3D780}" type="presOf" srcId="{8289EC32-6F04-4359-8E6C-3C885E8F4987}" destId="{E5D855B7-4BAA-4392-B702-AE4B69721BF6}" srcOrd="0" destOrd="0" presId="urn:microsoft.com/office/officeart/2018/2/layout/IconVerticalSolidList"/>
    <dgm:cxn modelId="{89B10BE9-C8DC-44A9-81FB-931314FD968A}" srcId="{A7044EA1-F26F-4CD6-8E57-09C49F7C4292}" destId="{5E20EF23-4579-4A87-89FE-4C1BA95B7843}" srcOrd="0" destOrd="0" parTransId="{7E51A370-F362-4D8D-95A8-31CFB93CBE90}" sibTransId="{F2CB5FF6-8D1E-4A6F-AE55-D083A882DD54}"/>
    <dgm:cxn modelId="{A4F6E997-FB9B-418F-8C59-5FAE8600B177}" type="presParOf" srcId="{DF459FB5-43A1-453B-BA34-667ADAB3A1B0}" destId="{946C29CE-96C6-496B-B27D-5D0FD489378F}" srcOrd="0" destOrd="0" presId="urn:microsoft.com/office/officeart/2018/2/layout/IconVerticalSolidList"/>
    <dgm:cxn modelId="{C8439607-AF9D-428D-A7D8-F4BAF0A7F703}" type="presParOf" srcId="{946C29CE-96C6-496B-B27D-5D0FD489378F}" destId="{F3ABEEC1-B28B-472A-961B-BAC37B85B42F}" srcOrd="0" destOrd="0" presId="urn:microsoft.com/office/officeart/2018/2/layout/IconVerticalSolidList"/>
    <dgm:cxn modelId="{8D59A6BE-10BF-4413-8D9F-55A21CE7806D}" type="presParOf" srcId="{946C29CE-96C6-496B-B27D-5D0FD489378F}" destId="{20498BAD-608D-48D1-B6FC-A5704877D1BB}" srcOrd="1" destOrd="0" presId="urn:microsoft.com/office/officeart/2018/2/layout/IconVerticalSolidList"/>
    <dgm:cxn modelId="{FB797B73-B848-4515-A3C5-B6FD5E42266B}" type="presParOf" srcId="{946C29CE-96C6-496B-B27D-5D0FD489378F}" destId="{F4F4AB31-0CE0-4FBB-8C68-F9240578B92F}" srcOrd="2" destOrd="0" presId="urn:microsoft.com/office/officeart/2018/2/layout/IconVerticalSolidList"/>
    <dgm:cxn modelId="{5A8CCA68-9A44-4D80-8FAD-5176C8CF25EF}" type="presParOf" srcId="{946C29CE-96C6-496B-B27D-5D0FD489378F}" destId="{45844BC0-22C8-4768-A4F9-84C282B25FC0}" srcOrd="3" destOrd="0" presId="urn:microsoft.com/office/officeart/2018/2/layout/IconVerticalSolidList"/>
    <dgm:cxn modelId="{87436B34-574F-44A2-91D0-C5F0806D6153}" type="presParOf" srcId="{DF459FB5-43A1-453B-BA34-667ADAB3A1B0}" destId="{633CC15D-FC41-4C08-BDDB-8B56B6A1A988}" srcOrd="1" destOrd="0" presId="urn:microsoft.com/office/officeart/2018/2/layout/IconVerticalSolidList"/>
    <dgm:cxn modelId="{C2E39406-A38F-49AA-8ED5-5F5C2510A040}" type="presParOf" srcId="{DF459FB5-43A1-453B-BA34-667ADAB3A1B0}" destId="{78813578-134F-40F9-9245-DF770E681906}" srcOrd="2" destOrd="0" presId="urn:microsoft.com/office/officeart/2018/2/layout/IconVerticalSolidList"/>
    <dgm:cxn modelId="{2BF867D9-34F0-4277-9E18-FCC84DC60BC1}" type="presParOf" srcId="{78813578-134F-40F9-9245-DF770E681906}" destId="{20FA5FEC-013C-4A44-8E82-F7F593BC5402}" srcOrd="0" destOrd="0" presId="urn:microsoft.com/office/officeart/2018/2/layout/IconVerticalSolidList"/>
    <dgm:cxn modelId="{A20342FC-59FB-4F06-B4EC-DF30C03BBFD8}" type="presParOf" srcId="{78813578-134F-40F9-9245-DF770E681906}" destId="{F9D10FAC-4FA3-4ABE-9F52-8A94304FF3BC}" srcOrd="1" destOrd="0" presId="urn:microsoft.com/office/officeart/2018/2/layout/IconVerticalSolidList"/>
    <dgm:cxn modelId="{1B930291-6BAA-4B6F-A38B-CE08203D3348}" type="presParOf" srcId="{78813578-134F-40F9-9245-DF770E681906}" destId="{2369A802-6A31-4F85-9DC9-948226BEAA0F}" srcOrd="2" destOrd="0" presId="urn:microsoft.com/office/officeart/2018/2/layout/IconVerticalSolidList"/>
    <dgm:cxn modelId="{0E62F99F-E60D-4BDD-ADCB-170632EC5D23}" type="presParOf" srcId="{78813578-134F-40F9-9245-DF770E681906}" destId="{F4467CF0-D50E-46AF-ADAC-F59E5AA64B1F}" srcOrd="3" destOrd="0" presId="urn:microsoft.com/office/officeart/2018/2/layout/IconVerticalSolidList"/>
    <dgm:cxn modelId="{B279E73E-F427-4026-9F1E-1A582B1AF8E6}" type="presParOf" srcId="{DF459FB5-43A1-453B-BA34-667ADAB3A1B0}" destId="{67BD89D3-6BFE-40D4-96F2-D5C351758FE4}" srcOrd="3" destOrd="0" presId="urn:microsoft.com/office/officeart/2018/2/layout/IconVerticalSolidList"/>
    <dgm:cxn modelId="{FB22E7C8-B0C9-4EC8-811C-0C9BCFD9BC25}" type="presParOf" srcId="{DF459FB5-43A1-453B-BA34-667ADAB3A1B0}" destId="{6407A6E3-44AC-4FCC-A4BD-9675EE08618C}" srcOrd="4" destOrd="0" presId="urn:microsoft.com/office/officeart/2018/2/layout/IconVerticalSolidList"/>
    <dgm:cxn modelId="{AB2C0533-D858-413B-9BCF-A16CA8854946}" type="presParOf" srcId="{6407A6E3-44AC-4FCC-A4BD-9675EE08618C}" destId="{6DF95E6D-A482-4E98-89E0-F95408C3FF73}" srcOrd="0" destOrd="0" presId="urn:microsoft.com/office/officeart/2018/2/layout/IconVerticalSolidList"/>
    <dgm:cxn modelId="{8B212668-1FBB-4A63-9AAC-9FD589D18FC7}" type="presParOf" srcId="{6407A6E3-44AC-4FCC-A4BD-9675EE08618C}" destId="{D19E9D4A-F88F-4805-9D78-2E2F17A2E67E}" srcOrd="1" destOrd="0" presId="urn:microsoft.com/office/officeart/2018/2/layout/IconVerticalSolidList"/>
    <dgm:cxn modelId="{9139145A-61CE-47B0-8A67-99C865A0AC9D}" type="presParOf" srcId="{6407A6E3-44AC-4FCC-A4BD-9675EE08618C}" destId="{66B668C4-9E5C-44BE-8EF5-9BA6F506310A}" srcOrd="2" destOrd="0" presId="urn:microsoft.com/office/officeart/2018/2/layout/IconVerticalSolidList"/>
    <dgm:cxn modelId="{A3FD086B-157A-44D9-9BAB-9D6B9C22455B}" type="presParOf" srcId="{6407A6E3-44AC-4FCC-A4BD-9675EE08618C}" destId="{E5D855B7-4BAA-4392-B702-AE4B69721B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9EF95A-5B80-4800-A9C1-CC2C9AE917EC}" type="doc">
      <dgm:prSet loTypeId="urn:microsoft.com/office/officeart/2018/2/layout/IconVerticalSolidList" loCatId="icon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5F69B7D-21E9-42E7-8010-51821F8FAB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Auth: /</a:t>
          </a:r>
          <a:r>
            <a:rPr lang="en-US" dirty="0" err="1"/>
            <a:t>api</a:t>
          </a:r>
          <a:r>
            <a:rPr lang="en-US" dirty="0"/>
            <a:t>/auth/login, /</a:t>
          </a:r>
          <a:r>
            <a:rPr lang="en-US" dirty="0" err="1"/>
            <a:t>api</a:t>
          </a:r>
          <a:r>
            <a:rPr lang="en-US" dirty="0"/>
            <a:t>/auth/register</a:t>
          </a:r>
        </a:p>
      </dgm:t>
    </dgm:pt>
    <dgm:pt modelId="{E249C80E-89D9-4EE2-8952-0E46F4F452F2}" type="parTrans" cxnId="{684FA43A-AA99-4435-88E7-FC63D1311CC4}">
      <dgm:prSet/>
      <dgm:spPr/>
      <dgm:t>
        <a:bodyPr/>
        <a:lstStyle/>
        <a:p>
          <a:endParaRPr lang="en-US"/>
        </a:p>
      </dgm:t>
    </dgm:pt>
    <dgm:pt modelId="{670D52B0-5463-487B-81E3-0C95D1EB3659}" type="sibTrans" cxnId="{684FA43A-AA99-4435-88E7-FC63D1311CC4}">
      <dgm:prSet/>
      <dgm:spPr/>
      <dgm:t>
        <a:bodyPr/>
        <a:lstStyle/>
        <a:p>
          <a:endParaRPr lang="en-US"/>
        </a:p>
      </dgm:t>
    </dgm:pt>
    <dgm:pt modelId="{9A1E047D-5A21-4408-84C7-7F20719ECC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Vendors: /vendor/all, /vendor/register</a:t>
          </a:r>
        </a:p>
      </dgm:t>
    </dgm:pt>
    <dgm:pt modelId="{A2236CDA-2270-455C-864A-329F62B63253}" type="parTrans" cxnId="{54CD2861-572D-4A7C-B311-417E0901F61B}">
      <dgm:prSet/>
      <dgm:spPr/>
      <dgm:t>
        <a:bodyPr/>
        <a:lstStyle/>
        <a:p>
          <a:endParaRPr lang="en-US"/>
        </a:p>
      </dgm:t>
    </dgm:pt>
    <dgm:pt modelId="{E84878C1-CF48-4A45-B754-1DB84BEDDC89}" type="sibTrans" cxnId="{54CD2861-572D-4A7C-B311-417E0901F61B}">
      <dgm:prSet/>
      <dgm:spPr/>
      <dgm:t>
        <a:bodyPr/>
        <a:lstStyle/>
        <a:p>
          <a:endParaRPr lang="en-US"/>
        </a:p>
      </dgm:t>
    </dgm:pt>
    <dgm:pt modelId="{EE9C0BBB-C9C1-42DB-8E09-FB60EFD979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Requisitions: /requisition/create, /requisition/list</a:t>
          </a:r>
        </a:p>
      </dgm:t>
    </dgm:pt>
    <dgm:pt modelId="{4E6E4FEC-EEFD-4345-A547-AC8B0914BD4E}" type="parTrans" cxnId="{7D5DE6A9-30DE-4CA4-8D94-5D9CD6E74380}">
      <dgm:prSet/>
      <dgm:spPr/>
      <dgm:t>
        <a:bodyPr/>
        <a:lstStyle/>
        <a:p>
          <a:endParaRPr lang="en-US"/>
        </a:p>
      </dgm:t>
    </dgm:pt>
    <dgm:pt modelId="{3A27B6DC-6A40-47CD-929D-72335F642266}" type="sibTrans" cxnId="{7D5DE6A9-30DE-4CA4-8D94-5D9CD6E74380}">
      <dgm:prSet/>
      <dgm:spPr/>
      <dgm:t>
        <a:bodyPr/>
        <a:lstStyle/>
        <a:p>
          <a:endParaRPr lang="en-US"/>
        </a:p>
      </dgm:t>
    </dgm:pt>
    <dgm:pt modelId="{AEEFF6EA-2548-4FC6-9C13-B17F9F69F5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Reports: /reports/vendor, /reports/procurement</a:t>
          </a:r>
        </a:p>
      </dgm:t>
    </dgm:pt>
    <dgm:pt modelId="{E509EFAF-DBB9-4DC0-9D91-A46886CA7092}" type="parTrans" cxnId="{977EB0E1-6943-4A93-97A0-3B1E743FB9A2}">
      <dgm:prSet/>
      <dgm:spPr/>
      <dgm:t>
        <a:bodyPr/>
        <a:lstStyle/>
        <a:p>
          <a:endParaRPr lang="en-US"/>
        </a:p>
      </dgm:t>
    </dgm:pt>
    <dgm:pt modelId="{AFDBDF8A-7CB9-4866-AE3F-2CE47AD779D2}" type="sibTrans" cxnId="{977EB0E1-6943-4A93-97A0-3B1E743FB9A2}">
      <dgm:prSet/>
      <dgm:spPr/>
      <dgm:t>
        <a:bodyPr/>
        <a:lstStyle/>
        <a:p>
          <a:endParaRPr lang="en-US"/>
        </a:p>
      </dgm:t>
    </dgm:pt>
    <dgm:pt modelId="{D207A642-9D11-43AE-84D8-A0143960E977}" type="pres">
      <dgm:prSet presAssocID="{A89EF95A-5B80-4800-A9C1-CC2C9AE917EC}" presName="root" presStyleCnt="0">
        <dgm:presLayoutVars>
          <dgm:dir/>
          <dgm:resizeHandles val="exact"/>
        </dgm:presLayoutVars>
      </dgm:prSet>
      <dgm:spPr/>
    </dgm:pt>
    <dgm:pt modelId="{D77B5179-7E8B-42E9-BC81-BA5C4A2C89BB}" type="pres">
      <dgm:prSet presAssocID="{05F69B7D-21E9-42E7-8010-51821F8FABED}" presName="compNode" presStyleCnt="0"/>
      <dgm:spPr/>
    </dgm:pt>
    <dgm:pt modelId="{6F536D92-733B-4E90-9ECC-4DBEFB6CA93A}" type="pres">
      <dgm:prSet presAssocID="{05F69B7D-21E9-42E7-8010-51821F8FABED}" presName="bgRect" presStyleLbl="bgShp" presStyleIdx="0" presStyleCnt="4"/>
      <dgm:spPr/>
    </dgm:pt>
    <dgm:pt modelId="{63BC521F-319C-4FA7-8217-0F134C3AE04F}" type="pres">
      <dgm:prSet presAssocID="{05F69B7D-21E9-42E7-8010-51821F8FAB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01E65D2-F4D0-4AEA-B3B7-221584EE233D}" type="pres">
      <dgm:prSet presAssocID="{05F69B7D-21E9-42E7-8010-51821F8FABED}" presName="spaceRect" presStyleCnt="0"/>
      <dgm:spPr/>
    </dgm:pt>
    <dgm:pt modelId="{B5FE7D07-25F3-4A70-BF43-2397A15F526F}" type="pres">
      <dgm:prSet presAssocID="{05F69B7D-21E9-42E7-8010-51821F8FABED}" presName="parTx" presStyleLbl="revTx" presStyleIdx="0" presStyleCnt="4">
        <dgm:presLayoutVars>
          <dgm:chMax val="0"/>
          <dgm:chPref val="0"/>
        </dgm:presLayoutVars>
      </dgm:prSet>
      <dgm:spPr/>
    </dgm:pt>
    <dgm:pt modelId="{6E367039-2EF1-4170-9EA5-EE76A3AE4DB3}" type="pres">
      <dgm:prSet presAssocID="{670D52B0-5463-487B-81E3-0C95D1EB3659}" presName="sibTrans" presStyleCnt="0"/>
      <dgm:spPr/>
    </dgm:pt>
    <dgm:pt modelId="{E8F2A030-E2E0-4496-BA3F-8CD60305A501}" type="pres">
      <dgm:prSet presAssocID="{9A1E047D-5A21-4408-84C7-7F20719ECCE2}" presName="compNode" presStyleCnt="0"/>
      <dgm:spPr/>
    </dgm:pt>
    <dgm:pt modelId="{8EEC9399-D587-49DF-82D5-41A689AE93F9}" type="pres">
      <dgm:prSet presAssocID="{9A1E047D-5A21-4408-84C7-7F20719ECCE2}" presName="bgRect" presStyleLbl="bgShp" presStyleIdx="1" presStyleCnt="4"/>
      <dgm:spPr/>
    </dgm:pt>
    <dgm:pt modelId="{AC5AE227-FBD0-4E16-8151-5A7A962BC943}" type="pres">
      <dgm:prSet presAssocID="{9A1E047D-5A21-4408-84C7-7F20719ECC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7247F1A3-28C7-4FC0-9FB5-68A9D316E92D}" type="pres">
      <dgm:prSet presAssocID="{9A1E047D-5A21-4408-84C7-7F20719ECCE2}" presName="spaceRect" presStyleCnt="0"/>
      <dgm:spPr/>
    </dgm:pt>
    <dgm:pt modelId="{D1DC48E0-D69C-4049-93F3-BF2D6204162E}" type="pres">
      <dgm:prSet presAssocID="{9A1E047D-5A21-4408-84C7-7F20719ECCE2}" presName="parTx" presStyleLbl="revTx" presStyleIdx="1" presStyleCnt="4">
        <dgm:presLayoutVars>
          <dgm:chMax val="0"/>
          <dgm:chPref val="0"/>
        </dgm:presLayoutVars>
      </dgm:prSet>
      <dgm:spPr/>
    </dgm:pt>
    <dgm:pt modelId="{2DBC1D87-8554-4190-85EC-7565B17DFE64}" type="pres">
      <dgm:prSet presAssocID="{E84878C1-CF48-4A45-B754-1DB84BEDDC89}" presName="sibTrans" presStyleCnt="0"/>
      <dgm:spPr/>
    </dgm:pt>
    <dgm:pt modelId="{B55FCBB9-1468-4B7A-98B5-C17A32E3EB99}" type="pres">
      <dgm:prSet presAssocID="{EE9C0BBB-C9C1-42DB-8E09-FB60EFD9790F}" presName="compNode" presStyleCnt="0"/>
      <dgm:spPr/>
    </dgm:pt>
    <dgm:pt modelId="{2AF278EA-D8F4-47B0-8737-0DBD5A5A8BFC}" type="pres">
      <dgm:prSet presAssocID="{EE9C0BBB-C9C1-42DB-8E09-FB60EFD9790F}" presName="bgRect" presStyleLbl="bgShp" presStyleIdx="2" presStyleCnt="4"/>
      <dgm:spPr/>
    </dgm:pt>
    <dgm:pt modelId="{3E6D2CE7-A9E5-4066-8BD6-094170AEA5E7}" type="pres">
      <dgm:prSet presAssocID="{EE9C0BBB-C9C1-42DB-8E09-FB60EFD979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envelope"/>
        </a:ext>
      </dgm:extLst>
    </dgm:pt>
    <dgm:pt modelId="{F8E5EBC6-9753-4EAC-9879-466695682A04}" type="pres">
      <dgm:prSet presAssocID="{EE9C0BBB-C9C1-42DB-8E09-FB60EFD9790F}" presName="spaceRect" presStyleCnt="0"/>
      <dgm:spPr/>
    </dgm:pt>
    <dgm:pt modelId="{4729B47C-C1AD-4777-A985-7EECE9530404}" type="pres">
      <dgm:prSet presAssocID="{EE9C0BBB-C9C1-42DB-8E09-FB60EFD9790F}" presName="parTx" presStyleLbl="revTx" presStyleIdx="2" presStyleCnt="4">
        <dgm:presLayoutVars>
          <dgm:chMax val="0"/>
          <dgm:chPref val="0"/>
        </dgm:presLayoutVars>
      </dgm:prSet>
      <dgm:spPr/>
    </dgm:pt>
    <dgm:pt modelId="{D3F5A671-2823-4570-ABBD-1A96B25759E4}" type="pres">
      <dgm:prSet presAssocID="{3A27B6DC-6A40-47CD-929D-72335F642266}" presName="sibTrans" presStyleCnt="0"/>
      <dgm:spPr/>
    </dgm:pt>
    <dgm:pt modelId="{F3609B8C-EF84-479B-AFED-73181A23038C}" type="pres">
      <dgm:prSet presAssocID="{AEEFF6EA-2548-4FC6-9C13-B17F9F69F5BC}" presName="compNode" presStyleCnt="0"/>
      <dgm:spPr/>
    </dgm:pt>
    <dgm:pt modelId="{204E48E2-EE30-42BB-81DB-9BD591364C0C}" type="pres">
      <dgm:prSet presAssocID="{AEEFF6EA-2548-4FC6-9C13-B17F9F69F5BC}" presName="bgRect" presStyleLbl="bgShp" presStyleIdx="3" presStyleCnt="4"/>
      <dgm:spPr/>
    </dgm:pt>
    <dgm:pt modelId="{15AA4140-A173-4A00-B547-66D753625A07}" type="pres">
      <dgm:prSet presAssocID="{AEEFF6EA-2548-4FC6-9C13-B17F9F69F5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1A418F0D-D33D-46F6-BED8-AEA44021EC48}" type="pres">
      <dgm:prSet presAssocID="{AEEFF6EA-2548-4FC6-9C13-B17F9F69F5BC}" presName="spaceRect" presStyleCnt="0"/>
      <dgm:spPr/>
    </dgm:pt>
    <dgm:pt modelId="{541B7877-A1DD-4837-BAE5-8F22FBA6CB6F}" type="pres">
      <dgm:prSet presAssocID="{AEEFF6EA-2548-4FC6-9C13-B17F9F69F5B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55631B-02E1-405F-8437-FF704CEDEB89}" type="presOf" srcId="{05F69B7D-21E9-42E7-8010-51821F8FABED}" destId="{B5FE7D07-25F3-4A70-BF43-2397A15F526F}" srcOrd="0" destOrd="0" presId="urn:microsoft.com/office/officeart/2018/2/layout/IconVerticalSolidList"/>
    <dgm:cxn modelId="{684FA43A-AA99-4435-88E7-FC63D1311CC4}" srcId="{A89EF95A-5B80-4800-A9C1-CC2C9AE917EC}" destId="{05F69B7D-21E9-42E7-8010-51821F8FABED}" srcOrd="0" destOrd="0" parTransId="{E249C80E-89D9-4EE2-8952-0E46F4F452F2}" sibTransId="{670D52B0-5463-487B-81E3-0C95D1EB3659}"/>
    <dgm:cxn modelId="{54CD2861-572D-4A7C-B311-417E0901F61B}" srcId="{A89EF95A-5B80-4800-A9C1-CC2C9AE917EC}" destId="{9A1E047D-5A21-4408-84C7-7F20719ECCE2}" srcOrd="1" destOrd="0" parTransId="{A2236CDA-2270-455C-864A-329F62B63253}" sibTransId="{E84878C1-CF48-4A45-B754-1DB84BEDDC89}"/>
    <dgm:cxn modelId="{537D2980-43F5-429F-B834-75004809F053}" type="presOf" srcId="{EE9C0BBB-C9C1-42DB-8E09-FB60EFD9790F}" destId="{4729B47C-C1AD-4777-A985-7EECE9530404}" srcOrd="0" destOrd="0" presId="urn:microsoft.com/office/officeart/2018/2/layout/IconVerticalSolidList"/>
    <dgm:cxn modelId="{F34B8A9B-7D0D-49C9-898A-0EEBFE910684}" type="presOf" srcId="{A89EF95A-5B80-4800-A9C1-CC2C9AE917EC}" destId="{D207A642-9D11-43AE-84D8-A0143960E977}" srcOrd="0" destOrd="0" presId="urn:microsoft.com/office/officeart/2018/2/layout/IconVerticalSolidList"/>
    <dgm:cxn modelId="{7D5DE6A9-30DE-4CA4-8D94-5D9CD6E74380}" srcId="{A89EF95A-5B80-4800-A9C1-CC2C9AE917EC}" destId="{EE9C0BBB-C9C1-42DB-8E09-FB60EFD9790F}" srcOrd="2" destOrd="0" parTransId="{4E6E4FEC-EEFD-4345-A547-AC8B0914BD4E}" sibTransId="{3A27B6DC-6A40-47CD-929D-72335F642266}"/>
    <dgm:cxn modelId="{551568B2-F42F-458B-B442-3BCDC70E2B64}" type="presOf" srcId="{AEEFF6EA-2548-4FC6-9C13-B17F9F69F5BC}" destId="{541B7877-A1DD-4837-BAE5-8F22FBA6CB6F}" srcOrd="0" destOrd="0" presId="urn:microsoft.com/office/officeart/2018/2/layout/IconVerticalSolidList"/>
    <dgm:cxn modelId="{E1BA11D7-10B2-4B2B-B6B5-F676DB25BBDF}" type="presOf" srcId="{9A1E047D-5A21-4408-84C7-7F20719ECCE2}" destId="{D1DC48E0-D69C-4049-93F3-BF2D6204162E}" srcOrd="0" destOrd="0" presId="urn:microsoft.com/office/officeart/2018/2/layout/IconVerticalSolidList"/>
    <dgm:cxn modelId="{977EB0E1-6943-4A93-97A0-3B1E743FB9A2}" srcId="{A89EF95A-5B80-4800-A9C1-CC2C9AE917EC}" destId="{AEEFF6EA-2548-4FC6-9C13-B17F9F69F5BC}" srcOrd="3" destOrd="0" parTransId="{E509EFAF-DBB9-4DC0-9D91-A46886CA7092}" sibTransId="{AFDBDF8A-7CB9-4866-AE3F-2CE47AD779D2}"/>
    <dgm:cxn modelId="{F1CBF3E2-5C82-49BF-9351-5B1EF0CD09BF}" type="presParOf" srcId="{D207A642-9D11-43AE-84D8-A0143960E977}" destId="{D77B5179-7E8B-42E9-BC81-BA5C4A2C89BB}" srcOrd="0" destOrd="0" presId="urn:microsoft.com/office/officeart/2018/2/layout/IconVerticalSolidList"/>
    <dgm:cxn modelId="{A58933B8-C641-4E4C-BC81-DD19D57A986F}" type="presParOf" srcId="{D77B5179-7E8B-42E9-BC81-BA5C4A2C89BB}" destId="{6F536D92-733B-4E90-9ECC-4DBEFB6CA93A}" srcOrd="0" destOrd="0" presId="urn:microsoft.com/office/officeart/2018/2/layout/IconVerticalSolidList"/>
    <dgm:cxn modelId="{D36872E0-865E-48AC-88A6-C667F568A6EC}" type="presParOf" srcId="{D77B5179-7E8B-42E9-BC81-BA5C4A2C89BB}" destId="{63BC521F-319C-4FA7-8217-0F134C3AE04F}" srcOrd="1" destOrd="0" presId="urn:microsoft.com/office/officeart/2018/2/layout/IconVerticalSolidList"/>
    <dgm:cxn modelId="{DC4509F2-FF61-48A6-89C2-908E8852D434}" type="presParOf" srcId="{D77B5179-7E8B-42E9-BC81-BA5C4A2C89BB}" destId="{F01E65D2-F4D0-4AEA-B3B7-221584EE233D}" srcOrd="2" destOrd="0" presId="urn:microsoft.com/office/officeart/2018/2/layout/IconVerticalSolidList"/>
    <dgm:cxn modelId="{8C4714AE-5F9B-4670-8155-1FAC95230CF2}" type="presParOf" srcId="{D77B5179-7E8B-42E9-BC81-BA5C4A2C89BB}" destId="{B5FE7D07-25F3-4A70-BF43-2397A15F526F}" srcOrd="3" destOrd="0" presId="urn:microsoft.com/office/officeart/2018/2/layout/IconVerticalSolidList"/>
    <dgm:cxn modelId="{65CCCB37-CD35-483B-9A3C-F2177298E48F}" type="presParOf" srcId="{D207A642-9D11-43AE-84D8-A0143960E977}" destId="{6E367039-2EF1-4170-9EA5-EE76A3AE4DB3}" srcOrd="1" destOrd="0" presId="urn:microsoft.com/office/officeart/2018/2/layout/IconVerticalSolidList"/>
    <dgm:cxn modelId="{A4E0B251-1E72-43F1-BDB2-763E8E58598E}" type="presParOf" srcId="{D207A642-9D11-43AE-84D8-A0143960E977}" destId="{E8F2A030-E2E0-4496-BA3F-8CD60305A501}" srcOrd="2" destOrd="0" presId="urn:microsoft.com/office/officeart/2018/2/layout/IconVerticalSolidList"/>
    <dgm:cxn modelId="{B80E46B2-E545-4683-9AF9-8839F3C967BB}" type="presParOf" srcId="{E8F2A030-E2E0-4496-BA3F-8CD60305A501}" destId="{8EEC9399-D587-49DF-82D5-41A689AE93F9}" srcOrd="0" destOrd="0" presId="urn:microsoft.com/office/officeart/2018/2/layout/IconVerticalSolidList"/>
    <dgm:cxn modelId="{39A7160C-C583-4638-8C34-275F46B075A5}" type="presParOf" srcId="{E8F2A030-E2E0-4496-BA3F-8CD60305A501}" destId="{AC5AE227-FBD0-4E16-8151-5A7A962BC943}" srcOrd="1" destOrd="0" presId="urn:microsoft.com/office/officeart/2018/2/layout/IconVerticalSolidList"/>
    <dgm:cxn modelId="{38141196-572B-4355-8180-F7844AC0C9CF}" type="presParOf" srcId="{E8F2A030-E2E0-4496-BA3F-8CD60305A501}" destId="{7247F1A3-28C7-4FC0-9FB5-68A9D316E92D}" srcOrd="2" destOrd="0" presId="urn:microsoft.com/office/officeart/2018/2/layout/IconVerticalSolidList"/>
    <dgm:cxn modelId="{64C03E50-4B87-48D5-8689-8CCF852A498D}" type="presParOf" srcId="{E8F2A030-E2E0-4496-BA3F-8CD60305A501}" destId="{D1DC48E0-D69C-4049-93F3-BF2D6204162E}" srcOrd="3" destOrd="0" presId="urn:microsoft.com/office/officeart/2018/2/layout/IconVerticalSolidList"/>
    <dgm:cxn modelId="{52FE3A52-758F-4204-B590-D35BE078B130}" type="presParOf" srcId="{D207A642-9D11-43AE-84D8-A0143960E977}" destId="{2DBC1D87-8554-4190-85EC-7565B17DFE64}" srcOrd="3" destOrd="0" presId="urn:microsoft.com/office/officeart/2018/2/layout/IconVerticalSolidList"/>
    <dgm:cxn modelId="{AA7BA1FD-1B33-44E8-B805-B3B5EE72BE49}" type="presParOf" srcId="{D207A642-9D11-43AE-84D8-A0143960E977}" destId="{B55FCBB9-1468-4B7A-98B5-C17A32E3EB99}" srcOrd="4" destOrd="0" presId="urn:microsoft.com/office/officeart/2018/2/layout/IconVerticalSolidList"/>
    <dgm:cxn modelId="{647922ED-9759-4182-BBD0-438A1D654782}" type="presParOf" srcId="{B55FCBB9-1468-4B7A-98B5-C17A32E3EB99}" destId="{2AF278EA-D8F4-47B0-8737-0DBD5A5A8BFC}" srcOrd="0" destOrd="0" presId="urn:microsoft.com/office/officeart/2018/2/layout/IconVerticalSolidList"/>
    <dgm:cxn modelId="{3B2F6961-A552-4D56-B635-A5D68BE99F7D}" type="presParOf" srcId="{B55FCBB9-1468-4B7A-98B5-C17A32E3EB99}" destId="{3E6D2CE7-A9E5-4066-8BD6-094170AEA5E7}" srcOrd="1" destOrd="0" presId="urn:microsoft.com/office/officeart/2018/2/layout/IconVerticalSolidList"/>
    <dgm:cxn modelId="{57F09056-389A-4F83-9CFF-63DBE2A1C11B}" type="presParOf" srcId="{B55FCBB9-1468-4B7A-98B5-C17A32E3EB99}" destId="{F8E5EBC6-9753-4EAC-9879-466695682A04}" srcOrd="2" destOrd="0" presId="urn:microsoft.com/office/officeart/2018/2/layout/IconVerticalSolidList"/>
    <dgm:cxn modelId="{16DB5DBD-A508-497A-A933-1C54A5B3C79C}" type="presParOf" srcId="{B55FCBB9-1468-4B7A-98B5-C17A32E3EB99}" destId="{4729B47C-C1AD-4777-A985-7EECE9530404}" srcOrd="3" destOrd="0" presId="urn:microsoft.com/office/officeart/2018/2/layout/IconVerticalSolidList"/>
    <dgm:cxn modelId="{F7F05B55-806E-4F7E-840E-BB2162DFC34D}" type="presParOf" srcId="{D207A642-9D11-43AE-84D8-A0143960E977}" destId="{D3F5A671-2823-4570-ABBD-1A96B25759E4}" srcOrd="5" destOrd="0" presId="urn:microsoft.com/office/officeart/2018/2/layout/IconVerticalSolidList"/>
    <dgm:cxn modelId="{69096301-BA11-458B-BEB7-30AB1F1BE965}" type="presParOf" srcId="{D207A642-9D11-43AE-84D8-A0143960E977}" destId="{F3609B8C-EF84-479B-AFED-73181A23038C}" srcOrd="6" destOrd="0" presId="urn:microsoft.com/office/officeart/2018/2/layout/IconVerticalSolidList"/>
    <dgm:cxn modelId="{87B94E22-AE0C-4077-A7AB-07C789C396EC}" type="presParOf" srcId="{F3609B8C-EF84-479B-AFED-73181A23038C}" destId="{204E48E2-EE30-42BB-81DB-9BD591364C0C}" srcOrd="0" destOrd="0" presId="urn:microsoft.com/office/officeart/2018/2/layout/IconVerticalSolidList"/>
    <dgm:cxn modelId="{14E502BC-C95B-4944-8A27-B85B18569F13}" type="presParOf" srcId="{F3609B8C-EF84-479B-AFED-73181A23038C}" destId="{15AA4140-A173-4A00-B547-66D753625A07}" srcOrd="1" destOrd="0" presId="urn:microsoft.com/office/officeart/2018/2/layout/IconVerticalSolidList"/>
    <dgm:cxn modelId="{A3E856F7-78BB-4D55-85AF-D4E50D53B20A}" type="presParOf" srcId="{F3609B8C-EF84-479B-AFED-73181A23038C}" destId="{1A418F0D-D33D-46F6-BED8-AEA44021EC48}" srcOrd="2" destOrd="0" presId="urn:microsoft.com/office/officeart/2018/2/layout/IconVerticalSolidList"/>
    <dgm:cxn modelId="{3F1DA930-AF31-449C-9511-D78581188033}" type="presParOf" srcId="{F3609B8C-EF84-479B-AFED-73181A23038C}" destId="{541B7877-A1DD-4837-BAE5-8F22FBA6CB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943D0D-00A4-4B1F-85F7-FCDA486AAA8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776CCC-10FC-4CCB-AD7B-1E58D166A7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Global Handler: @ControllerAdvice.</a:t>
          </a:r>
        </a:p>
      </dgm:t>
    </dgm:pt>
    <dgm:pt modelId="{F0523954-82FA-4864-80C7-152EF6AE6B96}" type="parTrans" cxnId="{225F72CB-463B-423B-93A5-547594DAB505}">
      <dgm:prSet/>
      <dgm:spPr/>
      <dgm:t>
        <a:bodyPr/>
        <a:lstStyle/>
        <a:p>
          <a:endParaRPr lang="en-US"/>
        </a:p>
      </dgm:t>
    </dgm:pt>
    <dgm:pt modelId="{11D11EA3-E2E6-48BE-9865-1C83581D85E5}" type="sibTrans" cxnId="{225F72CB-463B-423B-93A5-547594DAB50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09C5461-124E-4600-89A5-6C34F04AB1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Custom Exceptions: </a:t>
          </a:r>
          <a:r>
            <a:rPr lang="en-US" sz="2000" dirty="0" err="1"/>
            <a:t>BusinessException</a:t>
          </a:r>
          <a:r>
            <a:rPr lang="en-US" sz="2000" dirty="0"/>
            <a:t>, </a:t>
          </a:r>
          <a:r>
            <a:rPr lang="en-US" sz="2000" dirty="0" err="1"/>
            <a:t>NotFound</a:t>
          </a:r>
          <a:r>
            <a:rPr lang="en-US" sz="2000" dirty="0"/>
            <a:t>.</a:t>
          </a:r>
        </a:p>
      </dgm:t>
    </dgm:pt>
    <dgm:pt modelId="{948FAD68-DD7F-45F5-8398-EDA29A472098}" type="parTrans" cxnId="{C978FA7E-8C62-4B8F-A9C9-D36505F9C74A}">
      <dgm:prSet/>
      <dgm:spPr/>
      <dgm:t>
        <a:bodyPr/>
        <a:lstStyle/>
        <a:p>
          <a:endParaRPr lang="en-US"/>
        </a:p>
      </dgm:t>
    </dgm:pt>
    <dgm:pt modelId="{00F93E81-143F-43B9-BD56-59A5D836C921}" type="sibTrans" cxnId="{C978FA7E-8C62-4B8F-A9C9-D36505F9C74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C4C69FF-01E1-4576-B371-20F6382B62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Structured JSON: Timestamp, Status, Message, Path.</a:t>
          </a:r>
        </a:p>
      </dgm:t>
    </dgm:pt>
    <dgm:pt modelId="{014DA3A1-4079-4B42-BD1F-D132710C0468}" type="parTrans" cxnId="{568D4C57-4ED3-4574-B357-198890980D55}">
      <dgm:prSet/>
      <dgm:spPr/>
      <dgm:t>
        <a:bodyPr/>
        <a:lstStyle/>
        <a:p>
          <a:endParaRPr lang="en-US"/>
        </a:p>
      </dgm:t>
    </dgm:pt>
    <dgm:pt modelId="{B7A0B0F9-4818-4AE7-AF4F-01549016D786}" type="sibTrans" cxnId="{568D4C57-4ED3-4574-B357-198890980D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DF6B37-8215-4F50-A047-FD49ADAE101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Standard HTTP Codes: 401, 403, 404, 500.</a:t>
          </a:r>
        </a:p>
      </dgm:t>
    </dgm:pt>
    <dgm:pt modelId="{C6563E2B-6498-434E-B9B6-CD85BA23F021}" type="parTrans" cxnId="{3F668F03-2B5C-4F08-87DB-9738E3528B06}">
      <dgm:prSet/>
      <dgm:spPr/>
      <dgm:t>
        <a:bodyPr/>
        <a:lstStyle/>
        <a:p>
          <a:endParaRPr lang="en-US"/>
        </a:p>
      </dgm:t>
    </dgm:pt>
    <dgm:pt modelId="{AB0F3FE1-FCF3-469B-9015-A381ADB46CDF}" type="sibTrans" cxnId="{3F668F03-2B5C-4F08-87DB-9738E3528B06}">
      <dgm:prSet/>
      <dgm:spPr/>
      <dgm:t>
        <a:bodyPr/>
        <a:lstStyle/>
        <a:p>
          <a:endParaRPr lang="en-US"/>
        </a:p>
      </dgm:t>
    </dgm:pt>
    <dgm:pt modelId="{F0859505-745A-4DDF-8EC4-B4F9D916CEFD}" type="pres">
      <dgm:prSet presAssocID="{43943D0D-00A4-4B1F-85F7-FCDA486AAA8D}" presName="root" presStyleCnt="0">
        <dgm:presLayoutVars>
          <dgm:dir/>
          <dgm:resizeHandles val="exact"/>
        </dgm:presLayoutVars>
      </dgm:prSet>
      <dgm:spPr/>
    </dgm:pt>
    <dgm:pt modelId="{AC4820E5-BEC0-496B-9984-B5A9C02D8AD4}" type="pres">
      <dgm:prSet presAssocID="{43943D0D-00A4-4B1F-85F7-FCDA486AAA8D}" presName="container" presStyleCnt="0">
        <dgm:presLayoutVars>
          <dgm:dir/>
          <dgm:resizeHandles val="exact"/>
        </dgm:presLayoutVars>
      </dgm:prSet>
      <dgm:spPr/>
    </dgm:pt>
    <dgm:pt modelId="{A6856D67-C783-4F91-B26A-02F5F499BB12}" type="pres">
      <dgm:prSet presAssocID="{8D776CCC-10FC-4CCB-AD7B-1E58D166A71A}" presName="compNode" presStyleCnt="0"/>
      <dgm:spPr/>
    </dgm:pt>
    <dgm:pt modelId="{BCDABCC1-3DF8-4B89-BCCB-034838275560}" type="pres">
      <dgm:prSet presAssocID="{8D776CCC-10FC-4CCB-AD7B-1E58D166A71A}" presName="iconBgRect" presStyleLbl="bgShp" presStyleIdx="0" presStyleCnt="4"/>
      <dgm:spPr/>
    </dgm:pt>
    <dgm:pt modelId="{08C01D3C-7BDB-4BE5-BC04-80FF8BF5A921}" type="pres">
      <dgm:prSet presAssocID="{8D776CCC-10FC-4CCB-AD7B-1E58D166A7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8D548CDF-D003-439E-873B-A5AFE003C0C2}" type="pres">
      <dgm:prSet presAssocID="{8D776CCC-10FC-4CCB-AD7B-1E58D166A71A}" presName="spaceRect" presStyleCnt="0"/>
      <dgm:spPr/>
    </dgm:pt>
    <dgm:pt modelId="{82340E06-9B1A-4A2F-9367-05A1873088F6}" type="pres">
      <dgm:prSet presAssocID="{8D776CCC-10FC-4CCB-AD7B-1E58D166A71A}" presName="textRect" presStyleLbl="revTx" presStyleIdx="0" presStyleCnt="4">
        <dgm:presLayoutVars>
          <dgm:chMax val="1"/>
          <dgm:chPref val="1"/>
        </dgm:presLayoutVars>
      </dgm:prSet>
      <dgm:spPr/>
    </dgm:pt>
    <dgm:pt modelId="{872AD17E-8B89-456D-8E7E-3DE9B7D02408}" type="pres">
      <dgm:prSet presAssocID="{11D11EA3-E2E6-48BE-9865-1C83581D85E5}" presName="sibTrans" presStyleLbl="sibTrans2D1" presStyleIdx="0" presStyleCnt="0"/>
      <dgm:spPr/>
    </dgm:pt>
    <dgm:pt modelId="{D767E8B2-DA1D-4E8C-8DBC-7DC177C6BB55}" type="pres">
      <dgm:prSet presAssocID="{409C5461-124E-4600-89A5-6C34F04AB164}" presName="compNode" presStyleCnt="0"/>
      <dgm:spPr/>
    </dgm:pt>
    <dgm:pt modelId="{626C02D1-E1E8-4AEC-B376-5D6C4261D521}" type="pres">
      <dgm:prSet presAssocID="{409C5461-124E-4600-89A5-6C34F04AB164}" presName="iconBgRect" presStyleLbl="bgShp" presStyleIdx="1" presStyleCnt="4"/>
      <dgm:spPr/>
    </dgm:pt>
    <dgm:pt modelId="{AA0456D6-CA15-4393-81DD-7CB5534A45E4}" type="pres">
      <dgm:prSet presAssocID="{409C5461-124E-4600-89A5-6C34F04AB1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arkler"/>
        </a:ext>
      </dgm:extLst>
    </dgm:pt>
    <dgm:pt modelId="{C09D081E-8986-450D-9819-C69F4BE2B302}" type="pres">
      <dgm:prSet presAssocID="{409C5461-124E-4600-89A5-6C34F04AB164}" presName="spaceRect" presStyleCnt="0"/>
      <dgm:spPr/>
    </dgm:pt>
    <dgm:pt modelId="{058DD500-A321-41CD-86DD-18BAB27E5E67}" type="pres">
      <dgm:prSet presAssocID="{409C5461-124E-4600-89A5-6C34F04AB164}" presName="textRect" presStyleLbl="revTx" presStyleIdx="1" presStyleCnt="4">
        <dgm:presLayoutVars>
          <dgm:chMax val="1"/>
          <dgm:chPref val="1"/>
        </dgm:presLayoutVars>
      </dgm:prSet>
      <dgm:spPr/>
    </dgm:pt>
    <dgm:pt modelId="{AAE23B46-ACF0-4C48-9FEB-DBAE105FDD64}" type="pres">
      <dgm:prSet presAssocID="{00F93E81-143F-43B9-BD56-59A5D836C921}" presName="sibTrans" presStyleLbl="sibTrans2D1" presStyleIdx="0" presStyleCnt="0"/>
      <dgm:spPr/>
    </dgm:pt>
    <dgm:pt modelId="{1DA7FC64-EB2B-400F-B2FD-7D1053677389}" type="pres">
      <dgm:prSet presAssocID="{DC4C69FF-01E1-4576-B371-20F6382B62C7}" presName="compNode" presStyleCnt="0"/>
      <dgm:spPr/>
    </dgm:pt>
    <dgm:pt modelId="{997B408F-6020-4002-AFD4-A3CB5E086CB5}" type="pres">
      <dgm:prSet presAssocID="{DC4C69FF-01E1-4576-B371-20F6382B62C7}" presName="iconBgRect" presStyleLbl="bgShp" presStyleIdx="2" presStyleCnt="4"/>
      <dgm:spPr/>
    </dgm:pt>
    <dgm:pt modelId="{738AB7BE-C784-4390-93B2-6D74F67114E8}" type="pres">
      <dgm:prSet presAssocID="{DC4C69FF-01E1-4576-B371-20F6382B62C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D76700B-FD1C-46C9-ABA4-6F2A29B84752}" type="pres">
      <dgm:prSet presAssocID="{DC4C69FF-01E1-4576-B371-20F6382B62C7}" presName="spaceRect" presStyleCnt="0"/>
      <dgm:spPr/>
    </dgm:pt>
    <dgm:pt modelId="{D6742160-25FA-42E1-BAA0-B05F85F5B649}" type="pres">
      <dgm:prSet presAssocID="{DC4C69FF-01E1-4576-B371-20F6382B62C7}" presName="textRect" presStyleLbl="revTx" presStyleIdx="2" presStyleCnt="4">
        <dgm:presLayoutVars>
          <dgm:chMax val="1"/>
          <dgm:chPref val="1"/>
        </dgm:presLayoutVars>
      </dgm:prSet>
      <dgm:spPr/>
    </dgm:pt>
    <dgm:pt modelId="{24E3F235-7E50-4FBD-9630-A759554E8F46}" type="pres">
      <dgm:prSet presAssocID="{B7A0B0F9-4818-4AE7-AF4F-01549016D786}" presName="sibTrans" presStyleLbl="sibTrans2D1" presStyleIdx="0" presStyleCnt="0"/>
      <dgm:spPr/>
    </dgm:pt>
    <dgm:pt modelId="{B3033F4B-5ECD-42CC-A383-AC03AD6894DB}" type="pres">
      <dgm:prSet presAssocID="{1ADF6B37-8215-4F50-A047-FD49ADAE1013}" presName="compNode" presStyleCnt="0"/>
      <dgm:spPr/>
    </dgm:pt>
    <dgm:pt modelId="{AEC40141-7153-407D-84B1-1785A6CE55CD}" type="pres">
      <dgm:prSet presAssocID="{1ADF6B37-8215-4F50-A047-FD49ADAE1013}" presName="iconBgRect" presStyleLbl="bgShp" presStyleIdx="3" presStyleCnt="4"/>
      <dgm:spPr/>
    </dgm:pt>
    <dgm:pt modelId="{75F48BE7-A354-4134-A715-C50C20D63B93}" type="pres">
      <dgm:prSet presAssocID="{1ADF6B37-8215-4F50-A047-FD49ADAE10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53A9B39-D50E-4DCD-A472-DFB8D082BA33}" type="pres">
      <dgm:prSet presAssocID="{1ADF6B37-8215-4F50-A047-FD49ADAE1013}" presName="spaceRect" presStyleCnt="0"/>
      <dgm:spPr/>
    </dgm:pt>
    <dgm:pt modelId="{BF65BCC8-0009-45AC-A024-174535C59021}" type="pres">
      <dgm:prSet presAssocID="{1ADF6B37-8215-4F50-A047-FD49ADAE10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F668F03-2B5C-4F08-87DB-9738E3528B06}" srcId="{43943D0D-00A4-4B1F-85F7-FCDA486AAA8D}" destId="{1ADF6B37-8215-4F50-A047-FD49ADAE1013}" srcOrd="3" destOrd="0" parTransId="{C6563E2B-6498-434E-B9B6-CD85BA23F021}" sibTransId="{AB0F3FE1-FCF3-469B-9015-A381ADB46CDF}"/>
    <dgm:cxn modelId="{CB8C4710-540E-4F51-9DAF-5DF8370B3CBE}" type="presOf" srcId="{43943D0D-00A4-4B1F-85F7-FCDA486AAA8D}" destId="{F0859505-745A-4DDF-8EC4-B4F9D916CEFD}" srcOrd="0" destOrd="0" presId="urn:microsoft.com/office/officeart/2018/2/layout/IconCircleList"/>
    <dgm:cxn modelId="{E4072C13-1FF8-4B4F-A781-1045F72CD5CE}" type="presOf" srcId="{1ADF6B37-8215-4F50-A047-FD49ADAE1013}" destId="{BF65BCC8-0009-45AC-A024-174535C59021}" srcOrd="0" destOrd="0" presId="urn:microsoft.com/office/officeart/2018/2/layout/IconCircleList"/>
    <dgm:cxn modelId="{83FCCC2B-A9C0-4ACA-A0AA-832E65BF8F23}" type="presOf" srcId="{00F93E81-143F-43B9-BD56-59A5D836C921}" destId="{AAE23B46-ACF0-4C48-9FEB-DBAE105FDD64}" srcOrd="0" destOrd="0" presId="urn:microsoft.com/office/officeart/2018/2/layout/IconCircleList"/>
    <dgm:cxn modelId="{91E30A5C-EE35-4223-9934-A78D15FF09EA}" type="presOf" srcId="{8D776CCC-10FC-4CCB-AD7B-1E58D166A71A}" destId="{82340E06-9B1A-4A2F-9367-05A1873088F6}" srcOrd="0" destOrd="0" presId="urn:microsoft.com/office/officeart/2018/2/layout/IconCircleList"/>
    <dgm:cxn modelId="{469CDE50-83BC-4B7B-8FCD-3E64F67F2732}" type="presOf" srcId="{DC4C69FF-01E1-4576-B371-20F6382B62C7}" destId="{D6742160-25FA-42E1-BAA0-B05F85F5B649}" srcOrd="0" destOrd="0" presId="urn:microsoft.com/office/officeart/2018/2/layout/IconCircleList"/>
    <dgm:cxn modelId="{B93E9D71-287F-41F5-87CC-CA9B68656A24}" type="presOf" srcId="{B7A0B0F9-4818-4AE7-AF4F-01549016D786}" destId="{24E3F235-7E50-4FBD-9630-A759554E8F46}" srcOrd="0" destOrd="0" presId="urn:microsoft.com/office/officeart/2018/2/layout/IconCircleList"/>
    <dgm:cxn modelId="{568D4C57-4ED3-4574-B357-198890980D55}" srcId="{43943D0D-00A4-4B1F-85F7-FCDA486AAA8D}" destId="{DC4C69FF-01E1-4576-B371-20F6382B62C7}" srcOrd="2" destOrd="0" parTransId="{014DA3A1-4079-4B42-BD1F-D132710C0468}" sibTransId="{B7A0B0F9-4818-4AE7-AF4F-01549016D786}"/>
    <dgm:cxn modelId="{C978FA7E-8C62-4B8F-A9C9-D36505F9C74A}" srcId="{43943D0D-00A4-4B1F-85F7-FCDA486AAA8D}" destId="{409C5461-124E-4600-89A5-6C34F04AB164}" srcOrd="1" destOrd="0" parTransId="{948FAD68-DD7F-45F5-8398-EDA29A472098}" sibTransId="{00F93E81-143F-43B9-BD56-59A5D836C921}"/>
    <dgm:cxn modelId="{18CE229C-3D24-4041-A851-B01210F51D15}" type="presOf" srcId="{11D11EA3-E2E6-48BE-9865-1C83581D85E5}" destId="{872AD17E-8B89-456D-8E7E-3DE9B7D02408}" srcOrd="0" destOrd="0" presId="urn:microsoft.com/office/officeart/2018/2/layout/IconCircleList"/>
    <dgm:cxn modelId="{014E9BAE-687B-4BA3-A13A-1B42122576D3}" type="presOf" srcId="{409C5461-124E-4600-89A5-6C34F04AB164}" destId="{058DD500-A321-41CD-86DD-18BAB27E5E67}" srcOrd="0" destOrd="0" presId="urn:microsoft.com/office/officeart/2018/2/layout/IconCircleList"/>
    <dgm:cxn modelId="{225F72CB-463B-423B-93A5-547594DAB505}" srcId="{43943D0D-00A4-4B1F-85F7-FCDA486AAA8D}" destId="{8D776CCC-10FC-4CCB-AD7B-1E58D166A71A}" srcOrd="0" destOrd="0" parTransId="{F0523954-82FA-4864-80C7-152EF6AE6B96}" sibTransId="{11D11EA3-E2E6-48BE-9865-1C83581D85E5}"/>
    <dgm:cxn modelId="{AB9D0EE0-FBE2-4FF1-9578-68B17DFD4511}" type="presParOf" srcId="{F0859505-745A-4DDF-8EC4-B4F9D916CEFD}" destId="{AC4820E5-BEC0-496B-9984-B5A9C02D8AD4}" srcOrd="0" destOrd="0" presId="urn:microsoft.com/office/officeart/2018/2/layout/IconCircleList"/>
    <dgm:cxn modelId="{57762AF1-57F1-48DD-9751-F13A346DA24E}" type="presParOf" srcId="{AC4820E5-BEC0-496B-9984-B5A9C02D8AD4}" destId="{A6856D67-C783-4F91-B26A-02F5F499BB12}" srcOrd="0" destOrd="0" presId="urn:microsoft.com/office/officeart/2018/2/layout/IconCircleList"/>
    <dgm:cxn modelId="{2084067F-1D4E-4E2F-B304-26540E01AF0E}" type="presParOf" srcId="{A6856D67-C783-4F91-B26A-02F5F499BB12}" destId="{BCDABCC1-3DF8-4B89-BCCB-034838275560}" srcOrd="0" destOrd="0" presId="urn:microsoft.com/office/officeart/2018/2/layout/IconCircleList"/>
    <dgm:cxn modelId="{427A5DA4-F14A-431A-BEF7-28B0547454D8}" type="presParOf" srcId="{A6856D67-C783-4F91-B26A-02F5F499BB12}" destId="{08C01D3C-7BDB-4BE5-BC04-80FF8BF5A921}" srcOrd="1" destOrd="0" presId="urn:microsoft.com/office/officeart/2018/2/layout/IconCircleList"/>
    <dgm:cxn modelId="{E54226CB-B567-46E9-8329-D08377DFE6A5}" type="presParOf" srcId="{A6856D67-C783-4F91-B26A-02F5F499BB12}" destId="{8D548CDF-D003-439E-873B-A5AFE003C0C2}" srcOrd="2" destOrd="0" presId="urn:microsoft.com/office/officeart/2018/2/layout/IconCircleList"/>
    <dgm:cxn modelId="{3A1FDB67-FFCD-40FD-B5F5-658AD0E927E9}" type="presParOf" srcId="{A6856D67-C783-4F91-B26A-02F5F499BB12}" destId="{82340E06-9B1A-4A2F-9367-05A1873088F6}" srcOrd="3" destOrd="0" presId="urn:microsoft.com/office/officeart/2018/2/layout/IconCircleList"/>
    <dgm:cxn modelId="{B71E3753-8772-465F-ABDE-3BE2B4625059}" type="presParOf" srcId="{AC4820E5-BEC0-496B-9984-B5A9C02D8AD4}" destId="{872AD17E-8B89-456D-8E7E-3DE9B7D02408}" srcOrd="1" destOrd="0" presId="urn:microsoft.com/office/officeart/2018/2/layout/IconCircleList"/>
    <dgm:cxn modelId="{472B332F-4D51-4E5A-90C2-E5CCE4D1A07A}" type="presParOf" srcId="{AC4820E5-BEC0-496B-9984-B5A9C02D8AD4}" destId="{D767E8B2-DA1D-4E8C-8DBC-7DC177C6BB55}" srcOrd="2" destOrd="0" presId="urn:microsoft.com/office/officeart/2018/2/layout/IconCircleList"/>
    <dgm:cxn modelId="{E29D75C7-A6FD-4B3B-B24D-B9B90472B621}" type="presParOf" srcId="{D767E8B2-DA1D-4E8C-8DBC-7DC177C6BB55}" destId="{626C02D1-E1E8-4AEC-B376-5D6C4261D521}" srcOrd="0" destOrd="0" presId="urn:microsoft.com/office/officeart/2018/2/layout/IconCircleList"/>
    <dgm:cxn modelId="{5863AB0F-B2D0-4297-B1AB-CD863BCC652B}" type="presParOf" srcId="{D767E8B2-DA1D-4E8C-8DBC-7DC177C6BB55}" destId="{AA0456D6-CA15-4393-81DD-7CB5534A45E4}" srcOrd="1" destOrd="0" presId="urn:microsoft.com/office/officeart/2018/2/layout/IconCircleList"/>
    <dgm:cxn modelId="{305C0C0F-3F93-4012-B2C2-C516FBD13D33}" type="presParOf" srcId="{D767E8B2-DA1D-4E8C-8DBC-7DC177C6BB55}" destId="{C09D081E-8986-450D-9819-C69F4BE2B302}" srcOrd="2" destOrd="0" presId="urn:microsoft.com/office/officeart/2018/2/layout/IconCircleList"/>
    <dgm:cxn modelId="{613052D3-F6CB-4C6E-9BD5-600A44F2878F}" type="presParOf" srcId="{D767E8B2-DA1D-4E8C-8DBC-7DC177C6BB55}" destId="{058DD500-A321-41CD-86DD-18BAB27E5E67}" srcOrd="3" destOrd="0" presId="urn:microsoft.com/office/officeart/2018/2/layout/IconCircleList"/>
    <dgm:cxn modelId="{FC560BF6-F233-47CF-824C-2DFCBB7DB39A}" type="presParOf" srcId="{AC4820E5-BEC0-496B-9984-B5A9C02D8AD4}" destId="{AAE23B46-ACF0-4C48-9FEB-DBAE105FDD64}" srcOrd="3" destOrd="0" presId="urn:microsoft.com/office/officeart/2018/2/layout/IconCircleList"/>
    <dgm:cxn modelId="{F44987AF-F2F6-46C4-9E61-20B0CDF8A536}" type="presParOf" srcId="{AC4820E5-BEC0-496B-9984-B5A9C02D8AD4}" destId="{1DA7FC64-EB2B-400F-B2FD-7D1053677389}" srcOrd="4" destOrd="0" presId="urn:microsoft.com/office/officeart/2018/2/layout/IconCircleList"/>
    <dgm:cxn modelId="{F8A0D01B-3DB7-4554-887D-AA38A5CF438A}" type="presParOf" srcId="{1DA7FC64-EB2B-400F-B2FD-7D1053677389}" destId="{997B408F-6020-4002-AFD4-A3CB5E086CB5}" srcOrd="0" destOrd="0" presId="urn:microsoft.com/office/officeart/2018/2/layout/IconCircleList"/>
    <dgm:cxn modelId="{4934F063-D9DE-4A50-AD8E-B8E2DCF57301}" type="presParOf" srcId="{1DA7FC64-EB2B-400F-B2FD-7D1053677389}" destId="{738AB7BE-C784-4390-93B2-6D74F67114E8}" srcOrd="1" destOrd="0" presId="urn:microsoft.com/office/officeart/2018/2/layout/IconCircleList"/>
    <dgm:cxn modelId="{A3B68E79-53CA-4918-8C99-381EB9F3B4ED}" type="presParOf" srcId="{1DA7FC64-EB2B-400F-B2FD-7D1053677389}" destId="{1D76700B-FD1C-46C9-ABA4-6F2A29B84752}" srcOrd="2" destOrd="0" presId="urn:microsoft.com/office/officeart/2018/2/layout/IconCircleList"/>
    <dgm:cxn modelId="{863AD4BE-799E-4E79-A775-1D04F2A87710}" type="presParOf" srcId="{1DA7FC64-EB2B-400F-B2FD-7D1053677389}" destId="{D6742160-25FA-42E1-BAA0-B05F85F5B649}" srcOrd="3" destOrd="0" presId="urn:microsoft.com/office/officeart/2018/2/layout/IconCircleList"/>
    <dgm:cxn modelId="{C49D962D-3100-4E99-9EAC-1B60A30E2432}" type="presParOf" srcId="{AC4820E5-BEC0-496B-9984-B5A9C02D8AD4}" destId="{24E3F235-7E50-4FBD-9630-A759554E8F46}" srcOrd="5" destOrd="0" presId="urn:microsoft.com/office/officeart/2018/2/layout/IconCircleList"/>
    <dgm:cxn modelId="{97C0F2BB-203E-4085-9186-93D778D99786}" type="presParOf" srcId="{AC4820E5-BEC0-496B-9984-B5A9C02D8AD4}" destId="{B3033F4B-5ECD-42CC-A383-AC03AD6894DB}" srcOrd="6" destOrd="0" presId="urn:microsoft.com/office/officeart/2018/2/layout/IconCircleList"/>
    <dgm:cxn modelId="{6B2940CC-95B4-4E4C-B690-8EF97C4CBE2D}" type="presParOf" srcId="{B3033F4B-5ECD-42CC-A383-AC03AD6894DB}" destId="{AEC40141-7153-407D-84B1-1785A6CE55CD}" srcOrd="0" destOrd="0" presId="urn:microsoft.com/office/officeart/2018/2/layout/IconCircleList"/>
    <dgm:cxn modelId="{275533FA-21CD-4E13-9DA9-7A405BC7FE64}" type="presParOf" srcId="{B3033F4B-5ECD-42CC-A383-AC03AD6894DB}" destId="{75F48BE7-A354-4134-A715-C50C20D63B93}" srcOrd="1" destOrd="0" presId="urn:microsoft.com/office/officeart/2018/2/layout/IconCircleList"/>
    <dgm:cxn modelId="{65B1F332-561C-45C9-A7A7-DA45F7B643B7}" type="presParOf" srcId="{B3033F4B-5ECD-42CC-A383-AC03AD6894DB}" destId="{253A9B39-D50E-4DCD-A472-DFB8D082BA33}" srcOrd="2" destOrd="0" presId="urn:microsoft.com/office/officeart/2018/2/layout/IconCircleList"/>
    <dgm:cxn modelId="{7A235B0F-AF85-4241-97CD-A345DE3077CE}" type="presParOf" srcId="{B3033F4B-5ECD-42CC-A383-AC03AD6894DB}" destId="{BF65BCC8-0009-45AC-A024-174535C5902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C4D17D6-D63D-4B20-8BA7-D8C3C99E82E8}" type="doc">
      <dgm:prSet loTypeId="urn:microsoft.com/office/officeart/2005/8/layout/vProcess5" loCatId="process" qsTypeId="urn:microsoft.com/office/officeart/2005/8/quickstyle/simple1" qsCatId="simple" csTypeId="urn:microsoft.com/office/officeart/2005/8/colors/accent2_5" csCatId="accent2"/>
      <dgm:spPr/>
      <dgm:t>
        <a:bodyPr/>
        <a:lstStyle/>
        <a:p>
          <a:endParaRPr lang="en-US"/>
        </a:p>
      </dgm:t>
    </dgm:pt>
    <dgm:pt modelId="{17C736A9-45FD-44B2-8F6E-690C89B32187}">
      <dgm:prSet/>
      <dgm:spPr/>
      <dgm:t>
        <a:bodyPr/>
        <a:lstStyle/>
        <a:p>
          <a:r>
            <a:rPr lang="en-US"/>
            <a:t>Database: Setup MySQL and update properties.</a:t>
          </a:r>
        </a:p>
      </dgm:t>
    </dgm:pt>
    <dgm:pt modelId="{F9B390D1-8F0B-461E-BF02-FDF89A3E6730}" type="parTrans" cxnId="{26ACA799-69FF-405A-864C-1817D5230BB6}">
      <dgm:prSet/>
      <dgm:spPr/>
      <dgm:t>
        <a:bodyPr/>
        <a:lstStyle/>
        <a:p>
          <a:endParaRPr lang="en-US"/>
        </a:p>
      </dgm:t>
    </dgm:pt>
    <dgm:pt modelId="{453CEFD0-7F9C-4731-8530-D78D518C8CA7}" type="sibTrans" cxnId="{26ACA799-69FF-405A-864C-1817D5230BB6}">
      <dgm:prSet/>
      <dgm:spPr/>
      <dgm:t>
        <a:bodyPr/>
        <a:lstStyle/>
        <a:p>
          <a:endParaRPr lang="en-US"/>
        </a:p>
      </dgm:t>
    </dgm:pt>
    <dgm:pt modelId="{C6A30558-8996-4302-BBBB-01BE4E737398}">
      <dgm:prSet/>
      <dgm:spPr/>
      <dgm:t>
        <a:bodyPr/>
        <a:lstStyle/>
        <a:p>
          <a:r>
            <a:rPr lang="en-US" dirty="0"/>
            <a:t>Build: Run '</a:t>
          </a:r>
          <a:r>
            <a:rPr lang="en-US" dirty="0" err="1"/>
            <a:t>mvn</a:t>
          </a:r>
          <a:r>
            <a:rPr lang="en-US" dirty="0"/>
            <a:t> clean install'.</a:t>
          </a:r>
        </a:p>
      </dgm:t>
    </dgm:pt>
    <dgm:pt modelId="{B392BCE5-F9A5-4C79-867E-67BBF134FE77}" type="parTrans" cxnId="{7F341C24-5565-4FD1-B920-B2E29A0513D9}">
      <dgm:prSet/>
      <dgm:spPr/>
      <dgm:t>
        <a:bodyPr/>
        <a:lstStyle/>
        <a:p>
          <a:endParaRPr lang="en-US"/>
        </a:p>
      </dgm:t>
    </dgm:pt>
    <dgm:pt modelId="{F0C684CF-310D-4AC2-AC37-30D0F2183046}" type="sibTrans" cxnId="{7F341C24-5565-4FD1-B920-B2E29A0513D9}">
      <dgm:prSet/>
      <dgm:spPr/>
      <dgm:t>
        <a:bodyPr/>
        <a:lstStyle/>
        <a:p>
          <a:endParaRPr lang="en-US"/>
        </a:p>
      </dgm:t>
    </dgm:pt>
    <dgm:pt modelId="{FA414C2F-99E1-4171-AD99-136F6E9353E2}">
      <dgm:prSet/>
      <dgm:spPr/>
      <dgm:t>
        <a:bodyPr/>
        <a:lstStyle/>
        <a:p>
          <a:r>
            <a:rPr lang="en-US"/>
            <a:t>Execution: Run java file '</a:t>
          </a:r>
          <a:r>
            <a:rPr lang="en-IN"/>
            <a:t>ProcurementApplication.java</a:t>
          </a:r>
          <a:r>
            <a:rPr lang="en-US"/>
            <a:t>'.</a:t>
          </a:r>
        </a:p>
      </dgm:t>
    </dgm:pt>
    <dgm:pt modelId="{B1347100-1D48-4CD6-98F4-A14CEEF6AF0E}" type="parTrans" cxnId="{6617198D-F3BD-424B-9100-EA9A33161262}">
      <dgm:prSet/>
      <dgm:spPr/>
      <dgm:t>
        <a:bodyPr/>
        <a:lstStyle/>
        <a:p>
          <a:endParaRPr lang="en-US"/>
        </a:p>
      </dgm:t>
    </dgm:pt>
    <dgm:pt modelId="{CD7827C5-6B1C-4899-BE69-5DA731560E1D}" type="sibTrans" cxnId="{6617198D-F3BD-424B-9100-EA9A33161262}">
      <dgm:prSet/>
      <dgm:spPr/>
      <dgm:t>
        <a:bodyPr/>
        <a:lstStyle/>
        <a:p>
          <a:endParaRPr lang="en-US"/>
        </a:p>
      </dgm:t>
    </dgm:pt>
    <dgm:pt modelId="{7FF3B9A3-907E-4BF0-8C68-46E48D8D3182}">
      <dgm:prSet/>
      <dgm:spPr/>
      <dgm:t>
        <a:bodyPr/>
        <a:lstStyle/>
        <a:p>
          <a:r>
            <a:rPr lang="en-US"/>
            <a:t>Init: DataInitializer populates roles.</a:t>
          </a:r>
        </a:p>
      </dgm:t>
    </dgm:pt>
    <dgm:pt modelId="{06AE06C4-5E12-4E5B-A7A3-F8AB64A4F360}" type="parTrans" cxnId="{C32FCCB4-4776-46DF-8679-6814E78106FC}">
      <dgm:prSet/>
      <dgm:spPr/>
      <dgm:t>
        <a:bodyPr/>
        <a:lstStyle/>
        <a:p>
          <a:endParaRPr lang="en-US"/>
        </a:p>
      </dgm:t>
    </dgm:pt>
    <dgm:pt modelId="{661084A3-0860-46EC-9485-7B04E0DCB3BE}" type="sibTrans" cxnId="{C32FCCB4-4776-46DF-8679-6814E78106FC}">
      <dgm:prSet/>
      <dgm:spPr/>
      <dgm:t>
        <a:bodyPr/>
        <a:lstStyle/>
        <a:p>
          <a:endParaRPr lang="en-US"/>
        </a:p>
      </dgm:t>
    </dgm:pt>
    <dgm:pt modelId="{4657514E-41B5-49C2-9DF5-EA512040DE3B}" type="pres">
      <dgm:prSet presAssocID="{EC4D17D6-D63D-4B20-8BA7-D8C3C99E82E8}" presName="outerComposite" presStyleCnt="0">
        <dgm:presLayoutVars>
          <dgm:chMax val="5"/>
          <dgm:dir/>
          <dgm:resizeHandles val="exact"/>
        </dgm:presLayoutVars>
      </dgm:prSet>
      <dgm:spPr/>
    </dgm:pt>
    <dgm:pt modelId="{9F47EE10-80C8-430A-AEF9-11C83EC132EC}" type="pres">
      <dgm:prSet presAssocID="{EC4D17D6-D63D-4B20-8BA7-D8C3C99E82E8}" presName="dummyMaxCanvas" presStyleCnt="0">
        <dgm:presLayoutVars/>
      </dgm:prSet>
      <dgm:spPr/>
    </dgm:pt>
    <dgm:pt modelId="{30D44C9C-E714-43BB-8357-3C19745E6A52}" type="pres">
      <dgm:prSet presAssocID="{EC4D17D6-D63D-4B20-8BA7-D8C3C99E82E8}" presName="FourNodes_1" presStyleLbl="node1" presStyleIdx="0" presStyleCnt="4">
        <dgm:presLayoutVars>
          <dgm:bulletEnabled val="1"/>
        </dgm:presLayoutVars>
      </dgm:prSet>
      <dgm:spPr/>
    </dgm:pt>
    <dgm:pt modelId="{50BD76FB-6E33-4D9D-9245-49F87FF6F8A8}" type="pres">
      <dgm:prSet presAssocID="{EC4D17D6-D63D-4B20-8BA7-D8C3C99E82E8}" presName="FourNodes_2" presStyleLbl="node1" presStyleIdx="1" presStyleCnt="4">
        <dgm:presLayoutVars>
          <dgm:bulletEnabled val="1"/>
        </dgm:presLayoutVars>
      </dgm:prSet>
      <dgm:spPr/>
    </dgm:pt>
    <dgm:pt modelId="{3D9894B7-41FD-451D-AADD-607DEB079DDD}" type="pres">
      <dgm:prSet presAssocID="{EC4D17D6-D63D-4B20-8BA7-D8C3C99E82E8}" presName="FourNodes_3" presStyleLbl="node1" presStyleIdx="2" presStyleCnt="4">
        <dgm:presLayoutVars>
          <dgm:bulletEnabled val="1"/>
        </dgm:presLayoutVars>
      </dgm:prSet>
      <dgm:spPr/>
    </dgm:pt>
    <dgm:pt modelId="{F0FADEC0-1652-4D59-8C61-85655F7FA9B4}" type="pres">
      <dgm:prSet presAssocID="{EC4D17D6-D63D-4B20-8BA7-D8C3C99E82E8}" presName="FourNodes_4" presStyleLbl="node1" presStyleIdx="3" presStyleCnt="4">
        <dgm:presLayoutVars>
          <dgm:bulletEnabled val="1"/>
        </dgm:presLayoutVars>
      </dgm:prSet>
      <dgm:spPr/>
    </dgm:pt>
    <dgm:pt modelId="{4AE1F31C-D3C2-448E-8FA0-F7A3D862F249}" type="pres">
      <dgm:prSet presAssocID="{EC4D17D6-D63D-4B20-8BA7-D8C3C99E82E8}" presName="FourConn_1-2" presStyleLbl="fgAccFollowNode1" presStyleIdx="0" presStyleCnt="3">
        <dgm:presLayoutVars>
          <dgm:bulletEnabled val="1"/>
        </dgm:presLayoutVars>
      </dgm:prSet>
      <dgm:spPr/>
    </dgm:pt>
    <dgm:pt modelId="{686E2FA4-CE51-424E-B69E-C87CFB5310B4}" type="pres">
      <dgm:prSet presAssocID="{EC4D17D6-D63D-4B20-8BA7-D8C3C99E82E8}" presName="FourConn_2-3" presStyleLbl="fgAccFollowNode1" presStyleIdx="1" presStyleCnt="3">
        <dgm:presLayoutVars>
          <dgm:bulletEnabled val="1"/>
        </dgm:presLayoutVars>
      </dgm:prSet>
      <dgm:spPr/>
    </dgm:pt>
    <dgm:pt modelId="{033272AF-4BEF-49D9-A36D-E211BB44C19C}" type="pres">
      <dgm:prSet presAssocID="{EC4D17D6-D63D-4B20-8BA7-D8C3C99E82E8}" presName="FourConn_3-4" presStyleLbl="fgAccFollowNode1" presStyleIdx="2" presStyleCnt="3">
        <dgm:presLayoutVars>
          <dgm:bulletEnabled val="1"/>
        </dgm:presLayoutVars>
      </dgm:prSet>
      <dgm:spPr/>
    </dgm:pt>
    <dgm:pt modelId="{CD19C73D-6286-4A39-B8D1-4C05D0EB939F}" type="pres">
      <dgm:prSet presAssocID="{EC4D17D6-D63D-4B20-8BA7-D8C3C99E82E8}" presName="FourNodes_1_text" presStyleLbl="node1" presStyleIdx="3" presStyleCnt="4">
        <dgm:presLayoutVars>
          <dgm:bulletEnabled val="1"/>
        </dgm:presLayoutVars>
      </dgm:prSet>
      <dgm:spPr/>
    </dgm:pt>
    <dgm:pt modelId="{B5FE9AE4-7E6D-4B4D-9534-1F26EBC10073}" type="pres">
      <dgm:prSet presAssocID="{EC4D17D6-D63D-4B20-8BA7-D8C3C99E82E8}" presName="FourNodes_2_text" presStyleLbl="node1" presStyleIdx="3" presStyleCnt="4">
        <dgm:presLayoutVars>
          <dgm:bulletEnabled val="1"/>
        </dgm:presLayoutVars>
      </dgm:prSet>
      <dgm:spPr/>
    </dgm:pt>
    <dgm:pt modelId="{051EC17E-0677-4C42-9E07-6CA8E01085BF}" type="pres">
      <dgm:prSet presAssocID="{EC4D17D6-D63D-4B20-8BA7-D8C3C99E82E8}" presName="FourNodes_3_text" presStyleLbl="node1" presStyleIdx="3" presStyleCnt="4">
        <dgm:presLayoutVars>
          <dgm:bulletEnabled val="1"/>
        </dgm:presLayoutVars>
      </dgm:prSet>
      <dgm:spPr/>
    </dgm:pt>
    <dgm:pt modelId="{CC68C7EC-4FC2-4CDA-ACD6-DFF5BF369BD0}" type="pres">
      <dgm:prSet presAssocID="{EC4D17D6-D63D-4B20-8BA7-D8C3C99E82E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44AC617-E3F2-4E85-BBC0-207E0F3F149A}" type="presOf" srcId="{C6A30558-8996-4302-BBBB-01BE4E737398}" destId="{50BD76FB-6E33-4D9D-9245-49F87FF6F8A8}" srcOrd="0" destOrd="0" presId="urn:microsoft.com/office/officeart/2005/8/layout/vProcess5"/>
    <dgm:cxn modelId="{7F341C24-5565-4FD1-B920-B2E29A0513D9}" srcId="{EC4D17D6-D63D-4B20-8BA7-D8C3C99E82E8}" destId="{C6A30558-8996-4302-BBBB-01BE4E737398}" srcOrd="1" destOrd="0" parTransId="{B392BCE5-F9A5-4C79-867E-67BBF134FE77}" sibTransId="{F0C684CF-310D-4AC2-AC37-30D0F2183046}"/>
    <dgm:cxn modelId="{1FCEED2C-979D-42FD-884B-9CADE030D338}" type="presOf" srcId="{7FF3B9A3-907E-4BF0-8C68-46E48D8D3182}" destId="{F0FADEC0-1652-4D59-8C61-85655F7FA9B4}" srcOrd="0" destOrd="0" presId="urn:microsoft.com/office/officeart/2005/8/layout/vProcess5"/>
    <dgm:cxn modelId="{4B568832-96E7-4D53-BB2F-38162CA5842D}" type="presOf" srcId="{7FF3B9A3-907E-4BF0-8C68-46E48D8D3182}" destId="{CC68C7EC-4FC2-4CDA-ACD6-DFF5BF369BD0}" srcOrd="1" destOrd="0" presId="urn:microsoft.com/office/officeart/2005/8/layout/vProcess5"/>
    <dgm:cxn modelId="{BE84CD3C-4B58-42D4-AE84-33677070F754}" type="presOf" srcId="{FA414C2F-99E1-4171-AD99-136F6E9353E2}" destId="{3D9894B7-41FD-451D-AADD-607DEB079DDD}" srcOrd="0" destOrd="0" presId="urn:microsoft.com/office/officeart/2005/8/layout/vProcess5"/>
    <dgm:cxn modelId="{42CD963D-BBBF-4FB4-888E-AB0AED21DC5A}" type="presOf" srcId="{F0C684CF-310D-4AC2-AC37-30D0F2183046}" destId="{686E2FA4-CE51-424E-B69E-C87CFB5310B4}" srcOrd="0" destOrd="0" presId="urn:microsoft.com/office/officeart/2005/8/layout/vProcess5"/>
    <dgm:cxn modelId="{48CA755F-3C10-43A3-B5F5-2D7285FFA59A}" type="presOf" srcId="{CD7827C5-6B1C-4899-BE69-5DA731560E1D}" destId="{033272AF-4BEF-49D9-A36D-E211BB44C19C}" srcOrd="0" destOrd="0" presId="urn:microsoft.com/office/officeart/2005/8/layout/vProcess5"/>
    <dgm:cxn modelId="{8C186464-B1D8-47B9-8CE2-66DC18C9B106}" type="presOf" srcId="{C6A30558-8996-4302-BBBB-01BE4E737398}" destId="{B5FE9AE4-7E6D-4B4D-9534-1F26EBC10073}" srcOrd="1" destOrd="0" presId="urn:microsoft.com/office/officeart/2005/8/layout/vProcess5"/>
    <dgm:cxn modelId="{5783AB53-A16B-469F-AC12-2221C360025D}" type="presOf" srcId="{EC4D17D6-D63D-4B20-8BA7-D8C3C99E82E8}" destId="{4657514E-41B5-49C2-9DF5-EA512040DE3B}" srcOrd="0" destOrd="0" presId="urn:microsoft.com/office/officeart/2005/8/layout/vProcess5"/>
    <dgm:cxn modelId="{A3F56075-6D3B-4842-AC4F-44D6AEF3F6E5}" type="presOf" srcId="{17C736A9-45FD-44B2-8F6E-690C89B32187}" destId="{CD19C73D-6286-4A39-B8D1-4C05D0EB939F}" srcOrd="1" destOrd="0" presId="urn:microsoft.com/office/officeart/2005/8/layout/vProcess5"/>
    <dgm:cxn modelId="{66F84177-1EA9-4A94-B7AF-84F20B2CB840}" type="presOf" srcId="{453CEFD0-7F9C-4731-8530-D78D518C8CA7}" destId="{4AE1F31C-D3C2-448E-8FA0-F7A3D862F249}" srcOrd="0" destOrd="0" presId="urn:microsoft.com/office/officeart/2005/8/layout/vProcess5"/>
    <dgm:cxn modelId="{6617198D-F3BD-424B-9100-EA9A33161262}" srcId="{EC4D17D6-D63D-4B20-8BA7-D8C3C99E82E8}" destId="{FA414C2F-99E1-4171-AD99-136F6E9353E2}" srcOrd="2" destOrd="0" parTransId="{B1347100-1D48-4CD6-98F4-A14CEEF6AF0E}" sibTransId="{CD7827C5-6B1C-4899-BE69-5DA731560E1D}"/>
    <dgm:cxn modelId="{26ACA799-69FF-405A-864C-1817D5230BB6}" srcId="{EC4D17D6-D63D-4B20-8BA7-D8C3C99E82E8}" destId="{17C736A9-45FD-44B2-8F6E-690C89B32187}" srcOrd="0" destOrd="0" parTransId="{F9B390D1-8F0B-461E-BF02-FDF89A3E6730}" sibTransId="{453CEFD0-7F9C-4731-8530-D78D518C8CA7}"/>
    <dgm:cxn modelId="{C32FCCB4-4776-46DF-8679-6814E78106FC}" srcId="{EC4D17D6-D63D-4B20-8BA7-D8C3C99E82E8}" destId="{7FF3B9A3-907E-4BF0-8C68-46E48D8D3182}" srcOrd="3" destOrd="0" parTransId="{06AE06C4-5E12-4E5B-A7A3-F8AB64A4F360}" sibTransId="{661084A3-0860-46EC-9485-7B04E0DCB3BE}"/>
    <dgm:cxn modelId="{ADEA40DD-B2DC-4F11-9CF9-0EEA80161BE6}" type="presOf" srcId="{FA414C2F-99E1-4171-AD99-136F6E9353E2}" destId="{051EC17E-0677-4C42-9E07-6CA8E01085BF}" srcOrd="1" destOrd="0" presId="urn:microsoft.com/office/officeart/2005/8/layout/vProcess5"/>
    <dgm:cxn modelId="{E90B6FED-A09F-425E-B0EF-9A7AB8967319}" type="presOf" srcId="{17C736A9-45FD-44B2-8F6E-690C89B32187}" destId="{30D44C9C-E714-43BB-8357-3C19745E6A52}" srcOrd="0" destOrd="0" presId="urn:microsoft.com/office/officeart/2005/8/layout/vProcess5"/>
    <dgm:cxn modelId="{BC47294C-D401-4D6C-ABCC-8D01C47A9905}" type="presParOf" srcId="{4657514E-41B5-49C2-9DF5-EA512040DE3B}" destId="{9F47EE10-80C8-430A-AEF9-11C83EC132EC}" srcOrd="0" destOrd="0" presId="urn:microsoft.com/office/officeart/2005/8/layout/vProcess5"/>
    <dgm:cxn modelId="{80080B3A-C311-4C65-92E3-E2238BB0D4AC}" type="presParOf" srcId="{4657514E-41B5-49C2-9DF5-EA512040DE3B}" destId="{30D44C9C-E714-43BB-8357-3C19745E6A52}" srcOrd="1" destOrd="0" presId="urn:microsoft.com/office/officeart/2005/8/layout/vProcess5"/>
    <dgm:cxn modelId="{331F6A04-2A26-4B2B-9852-4022980A3A38}" type="presParOf" srcId="{4657514E-41B5-49C2-9DF5-EA512040DE3B}" destId="{50BD76FB-6E33-4D9D-9245-49F87FF6F8A8}" srcOrd="2" destOrd="0" presId="urn:microsoft.com/office/officeart/2005/8/layout/vProcess5"/>
    <dgm:cxn modelId="{802640A4-274D-403C-8E00-212A47E138AF}" type="presParOf" srcId="{4657514E-41B5-49C2-9DF5-EA512040DE3B}" destId="{3D9894B7-41FD-451D-AADD-607DEB079DDD}" srcOrd="3" destOrd="0" presId="urn:microsoft.com/office/officeart/2005/8/layout/vProcess5"/>
    <dgm:cxn modelId="{F5E764E4-ECE5-4AEE-8CB7-A8CD266742B3}" type="presParOf" srcId="{4657514E-41B5-49C2-9DF5-EA512040DE3B}" destId="{F0FADEC0-1652-4D59-8C61-85655F7FA9B4}" srcOrd="4" destOrd="0" presId="urn:microsoft.com/office/officeart/2005/8/layout/vProcess5"/>
    <dgm:cxn modelId="{706D71E2-86DA-4561-9398-AAEA20D978DF}" type="presParOf" srcId="{4657514E-41B5-49C2-9DF5-EA512040DE3B}" destId="{4AE1F31C-D3C2-448E-8FA0-F7A3D862F249}" srcOrd="5" destOrd="0" presId="urn:microsoft.com/office/officeart/2005/8/layout/vProcess5"/>
    <dgm:cxn modelId="{40DD7149-63CD-4A4C-8778-C7549AD3DF02}" type="presParOf" srcId="{4657514E-41B5-49C2-9DF5-EA512040DE3B}" destId="{686E2FA4-CE51-424E-B69E-C87CFB5310B4}" srcOrd="6" destOrd="0" presId="urn:microsoft.com/office/officeart/2005/8/layout/vProcess5"/>
    <dgm:cxn modelId="{627BEC19-6BCA-4BEF-880F-21AD70DDD7E2}" type="presParOf" srcId="{4657514E-41B5-49C2-9DF5-EA512040DE3B}" destId="{033272AF-4BEF-49D9-A36D-E211BB44C19C}" srcOrd="7" destOrd="0" presId="urn:microsoft.com/office/officeart/2005/8/layout/vProcess5"/>
    <dgm:cxn modelId="{CDDE3B00-F718-4119-B30F-6563DC73C636}" type="presParOf" srcId="{4657514E-41B5-49C2-9DF5-EA512040DE3B}" destId="{CD19C73D-6286-4A39-B8D1-4C05D0EB939F}" srcOrd="8" destOrd="0" presId="urn:microsoft.com/office/officeart/2005/8/layout/vProcess5"/>
    <dgm:cxn modelId="{F0A14DC5-BA21-48D7-8193-1658AB72E940}" type="presParOf" srcId="{4657514E-41B5-49C2-9DF5-EA512040DE3B}" destId="{B5FE9AE4-7E6D-4B4D-9534-1F26EBC10073}" srcOrd="9" destOrd="0" presId="urn:microsoft.com/office/officeart/2005/8/layout/vProcess5"/>
    <dgm:cxn modelId="{0D0790EF-E44C-4041-8597-246A909FB19A}" type="presParOf" srcId="{4657514E-41B5-49C2-9DF5-EA512040DE3B}" destId="{051EC17E-0677-4C42-9E07-6CA8E01085BF}" srcOrd="10" destOrd="0" presId="urn:microsoft.com/office/officeart/2005/8/layout/vProcess5"/>
    <dgm:cxn modelId="{EE3878AF-32EE-4909-BA24-62A296562A3B}" type="presParOf" srcId="{4657514E-41B5-49C2-9DF5-EA512040DE3B}" destId="{CC68C7EC-4FC2-4CDA-ACD6-DFF5BF369BD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7DED89E-E53B-46F2-A1A2-C1776301437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22F224-B7C5-4AE0-BEA0-9FFEE153907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Automated PO Generation.</a:t>
          </a:r>
        </a:p>
      </dgm:t>
    </dgm:pt>
    <dgm:pt modelId="{4B7666F6-F659-40D1-84A6-FA073738421B}" type="parTrans" cxnId="{3DB1F2C9-733A-4360-ACFE-F99D1A00ED66}">
      <dgm:prSet/>
      <dgm:spPr/>
      <dgm:t>
        <a:bodyPr/>
        <a:lstStyle/>
        <a:p>
          <a:endParaRPr lang="en-US"/>
        </a:p>
      </dgm:t>
    </dgm:pt>
    <dgm:pt modelId="{AF389C9A-18A9-4271-AC20-B6E497B53FE5}" type="sibTrans" cxnId="{3DB1F2C9-733A-4360-ACFE-F99D1A00ED66}">
      <dgm:prSet/>
      <dgm:spPr/>
      <dgm:t>
        <a:bodyPr/>
        <a:lstStyle/>
        <a:p>
          <a:endParaRPr lang="en-US"/>
        </a:p>
      </dgm:t>
    </dgm:pt>
    <dgm:pt modelId="{D1850961-9049-4AE8-A584-F44FCFD73D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Audit Trail: Detailed logging of approvals.</a:t>
          </a:r>
        </a:p>
      </dgm:t>
    </dgm:pt>
    <dgm:pt modelId="{C15C5426-6734-41AC-A717-A94D2D420E97}" type="parTrans" cxnId="{83392BF7-CB05-45BB-B1B6-906381AA30F3}">
      <dgm:prSet/>
      <dgm:spPr/>
      <dgm:t>
        <a:bodyPr/>
        <a:lstStyle/>
        <a:p>
          <a:endParaRPr lang="en-US"/>
        </a:p>
      </dgm:t>
    </dgm:pt>
    <dgm:pt modelId="{2C0633BC-0441-4E9B-8DC5-871CD6884CD1}" type="sibTrans" cxnId="{83392BF7-CB05-45BB-B1B6-906381AA30F3}">
      <dgm:prSet/>
      <dgm:spPr/>
      <dgm:t>
        <a:bodyPr/>
        <a:lstStyle/>
        <a:p>
          <a:endParaRPr lang="en-US"/>
        </a:p>
      </dgm:t>
    </dgm:pt>
    <dgm:pt modelId="{75987D76-B1CF-4642-9779-9AE7F6567DE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Reporting: Export to PDF &amp; Excel.</a:t>
          </a:r>
        </a:p>
      </dgm:t>
    </dgm:pt>
    <dgm:pt modelId="{A40A5BC3-7DD9-4C15-BE29-916953D4CD6D}" type="parTrans" cxnId="{96BB9B27-CB6B-4775-8135-5139C7FAA85B}">
      <dgm:prSet/>
      <dgm:spPr/>
      <dgm:t>
        <a:bodyPr/>
        <a:lstStyle/>
        <a:p>
          <a:endParaRPr lang="en-US"/>
        </a:p>
      </dgm:t>
    </dgm:pt>
    <dgm:pt modelId="{9B4EACEC-D57E-4436-A542-898BA73AB9EE}" type="sibTrans" cxnId="{96BB9B27-CB6B-4775-8135-5139C7FAA85B}">
      <dgm:prSet/>
      <dgm:spPr/>
      <dgm:t>
        <a:bodyPr/>
        <a:lstStyle/>
        <a:p>
          <a:endParaRPr lang="en-US"/>
        </a:p>
      </dgm:t>
    </dgm:pt>
    <dgm:pt modelId="{CA4806EB-41A2-4AA0-89FD-5C71FC3F20D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Vendor Performance Metrics.</a:t>
          </a:r>
        </a:p>
      </dgm:t>
    </dgm:pt>
    <dgm:pt modelId="{74675254-558E-4BDF-B1B8-E155495223A4}" type="parTrans" cxnId="{09AF77FE-7625-4D5F-9B52-54A65B0EF8B7}">
      <dgm:prSet/>
      <dgm:spPr/>
      <dgm:t>
        <a:bodyPr/>
        <a:lstStyle/>
        <a:p>
          <a:endParaRPr lang="en-US"/>
        </a:p>
      </dgm:t>
    </dgm:pt>
    <dgm:pt modelId="{81F70741-2ADF-402A-905C-F8C6961F5C88}" type="sibTrans" cxnId="{09AF77FE-7625-4D5F-9B52-54A65B0EF8B7}">
      <dgm:prSet/>
      <dgm:spPr/>
      <dgm:t>
        <a:bodyPr/>
        <a:lstStyle/>
        <a:p>
          <a:endParaRPr lang="en-US"/>
        </a:p>
      </dgm:t>
    </dgm:pt>
    <dgm:pt modelId="{6221C779-073E-460F-9F72-35E8BA37FF57}" type="pres">
      <dgm:prSet presAssocID="{F7DED89E-E53B-46F2-A1A2-C1776301437E}" presName="root" presStyleCnt="0">
        <dgm:presLayoutVars>
          <dgm:dir/>
          <dgm:resizeHandles val="exact"/>
        </dgm:presLayoutVars>
      </dgm:prSet>
      <dgm:spPr/>
    </dgm:pt>
    <dgm:pt modelId="{B74F9B93-D167-47CB-8FE3-4E3375CF911C}" type="pres">
      <dgm:prSet presAssocID="{8222F224-B7C5-4AE0-BEA0-9FFEE1539074}" presName="compNode" presStyleCnt="0"/>
      <dgm:spPr/>
    </dgm:pt>
    <dgm:pt modelId="{7A062A97-F7FB-4B31-80A7-C72643D8A4B9}" type="pres">
      <dgm:prSet presAssocID="{8222F224-B7C5-4AE0-BEA0-9FFEE15390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F5AF3CE-121E-4FE0-88AB-C9C4AF3E80A0}" type="pres">
      <dgm:prSet presAssocID="{8222F224-B7C5-4AE0-BEA0-9FFEE1539074}" presName="spaceRect" presStyleCnt="0"/>
      <dgm:spPr/>
    </dgm:pt>
    <dgm:pt modelId="{73C37FE4-8BCF-41FB-AFE8-763A30EFC36F}" type="pres">
      <dgm:prSet presAssocID="{8222F224-B7C5-4AE0-BEA0-9FFEE1539074}" presName="textRect" presStyleLbl="revTx" presStyleIdx="0" presStyleCnt="4">
        <dgm:presLayoutVars>
          <dgm:chMax val="1"/>
          <dgm:chPref val="1"/>
        </dgm:presLayoutVars>
      </dgm:prSet>
      <dgm:spPr/>
    </dgm:pt>
    <dgm:pt modelId="{DFDE6C9E-121A-4148-B6D9-96B481A6D10A}" type="pres">
      <dgm:prSet presAssocID="{AF389C9A-18A9-4271-AC20-B6E497B53FE5}" presName="sibTrans" presStyleCnt="0"/>
      <dgm:spPr/>
    </dgm:pt>
    <dgm:pt modelId="{2059D4E8-5ED9-47B3-9FBA-C8EE3B21E6E9}" type="pres">
      <dgm:prSet presAssocID="{D1850961-9049-4AE8-A584-F44FCFD73DA7}" presName="compNode" presStyleCnt="0"/>
      <dgm:spPr/>
    </dgm:pt>
    <dgm:pt modelId="{4496A22D-676E-4B9B-95AC-B4C5D0C86D25}" type="pres">
      <dgm:prSet presAssocID="{D1850961-9049-4AE8-A584-F44FCFD73D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3F97EF18-A167-47B7-ACF3-B6B39349E1B4}" type="pres">
      <dgm:prSet presAssocID="{D1850961-9049-4AE8-A584-F44FCFD73DA7}" presName="spaceRect" presStyleCnt="0"/>
      <dgm:spPr/>
    </dgm:pt>
    <dgm:pt modelId="{C62958FF-BB72-4843-9B25-FA0EFDB4B467}" type="pres">
      <dgm:prSet presAssocID="{D1850961-9049-4AE8-A584-F44FCFD73DA7}" presName="textRect" presStyleLbl="revTx" presStyleIdx="1" presStyleCnt="4">
        <dgm:presLayoutVars>
          <dgm:chMax val="1"/>
          <dgm:chPref val="1"/>
        </dgm:presLayoutVars>
      </dgm:prSet>
      <dgm:spPr/>
    </dgm:pt>
    <dgm:pt modelId="{E9EBBBF8-7A7A-4879-B31B-93FB17727DC1}" type="pres">
      <dgm:prSet presAssocID="{2C0633BC-0441-4E9B-8DC5-871CD6884CD1}" presName="sibTrans" presStyleCnt="0"/>
      <dgm:spPr/>
    </dgm:pt>
    <dgm:pt modelId="{74839127-E36D-443A-B43B-6FAC3CE4CDE7}" type="pres">
      <dgm:prSet presAssocID="{75987D76-B1CF-4642-9779-9AE7F6567DE8}" presName="compNode" presStyleCnt="0"/>
      <dgm:spPr/>
    </dgm:pt>
    <dgm:pt modelId="{489E0D55-4881-47FA-BB6B-A90F0A56980A}" type="pres">
      <dgm:prSet presAssocID="{75987D76-B1CF-4642-9779-9AE7F6567DE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F52E3926-7901-4F83-AD83-140D9358B192}" type="pres">
      <dgm:prSet presAssocID="{75987D76-B1CF-4642-9779-9AE7F6567DE8}" presName="spaceRect" presStyleCnt="0"/>
      <dgm:spPr/>
    </dgm:pt>
    <dgm:pt modelId="{125BD491-2940-4DC1-80E4-24B50F8C2032}" type="pres">
      <dgm:prSet presAssocID="{75987D76-B1CF-4642-9779-9AE7F6567DE8}" presName="textRect" presStyleLbl="revTx" presStyleIdx="2" presStyleCnt="4">
        <dgm:presLayoutVars>
          <dgm:chMax val="1"/>
          <dgm:chPref val="1"/>
        </dgm:presLayoutVars>
      </dgm:prSet>
      <dgm:spPr/>
    </dgm:pt>
    <dgm:pt modelId="{B28C8C65-5A78-4CB1-BC72-F87FB4A857B3}" type="pres">
      <dgm:prSet presAssocID="{9B4EACEC-D57E-4436-A542-898BA73AB9EE}" presName="sibTrans" presStyleCnt="0"/>
      <dgm:spPr/>
    </dgm:pt>
    <dgm:pt modelId="{32C59C4A-74EA-4CAF-AAF6-108510D304CD}" type="pres">
      <dgm:prSet presAssocID="{CA4806EB-41A2-4AA0-89FD-5C71FC3F20D9}" presName="compNode" presStyleCnt="0"/>
      <dgm:spPr/>
    </dgm:pt>
    <dgm:pt modelId="{35719449-9C91-4AAE-81E4-C8840C29FB8E}" type="pres">
      <dgm:prSet presAssocID="{CA4806EB-41A2-4AA0-89FD-5C71FC3F20D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A5FBF5C6-19AB-408C-9A48-3CEC1905DD24}" type="pres">
      <dgm:prSet presAssocID="{CA4806EB-41A2-4AA0-89FD-5C71FC3F20D9}" presName="spaceRect" presStyleCnt="0"/>
      <dgm:spPr/>
    </dgm:pt>
    <dgm:pt modelId="{0DA15380-C632-4B58-8DDC-12BE3E00E3B7}" type="pres">
      <dgm:prSet presAssocID="{CA4806EB-41A2-4AA0-89FD-5C71FC3F20D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6BB9B27-CB6B-4775-8135-5139C7FAA85B}" srcId="{F7DED89E-E53B-46F2-A1A2-C1776301437E}" destId="{75987D76-B1CF-4642-9779-9AE7F6567DE8}" srcOrd="2" destOrd="0" parTransId="{A40A5BC3-7DD9-4C15-BE29-916953D4CD6D}" sibTransId="{9B4EACEC-D57E-4436-A542-898BA73AB9EE}"/>
    <dgm:cxn modelId="{AC1E507A-0D76-412F-B7DD-20B501E98F68}" type="presOf" srcId="{D1850961-9049-4AE8-A584-F44FCFD73DA7}" destId="{C62958FF-BB72-4843-9B25-FA0EFDB4B467}" srcOrd="0" destOrd="0" presId="urn:microsoft.com/office/officeart/2018/2/layout/IconLabelList"/>
    <dgm:cxn modelId="{CA41EF7D-B1DD-4ECD-A642-8E037336E946}" type="presOf" srcId="{CA4806EB-41A2-4AA0-89FD-5C71FC3F20D9}" destId="{0DA15380-C632-4B58-8DDC-12BE3E00E3B7}" srcOrd="0" destOrd="0" presId="urn:microsoft.com/office/officeart/2018/2/layout/IconLabelList"/>
    <dgm:cxn modelId="{C7BB328A-34A1-4B01-863B-F680364649F6}" type="presOf" srcId="{F7DED89E-E53B-46F2-A1A2-C1776301437E}" destId="{6221C779-073E-460F-9F72-35E8BA37FF57}" srcOrd="0" destOrd="0" presId="urn:microsoft.com/office/officeart/2018/2/layout/IconLabelList"/>
    <dgm:cxn modelId="{7FE457BA-6060-4A77-BA22-B8B2F204FE0E}" type="presOf" srcId="{75987D76-B1CF-4642-9779-9AE7F6567DE8}" destId="{125BD491-2940-4DC1-80E4-24B50F8C2032}" srcOrd="0" destOrd="0" presId="urn:microsoft.com/office/officeart/2018/2/layout/IconLabelList"/>
    <dgm:cxn modelId="{3DB1F2C9-733A-4360-ACFE-F99D1A00ED66}" srcId="{F7DED89E-E53B-46F2-A1A2-C1776301437E}" destId="{8222F224-B7C5-4AE0-BEA0-9FFEE1539074}" srcOrd="0" destOrd="0" parTransId="{4B7666F6-F659-40D1-84A6-FA073738421B}" sibTransId="{AF389C9A-18A9-4271-AC20-B6E497B53FE5}"/>
    <dgm:cxn modelId="{CFB6B0D2-66D4-476F-8AF7-C2E1875DD90C}" type="presOf" srcId="{8222F224-B7C5-4AE0-BEA0-9FFEE1539074}" destId="{73C37FE4-8BCF-41FB-AFE8-763A30EFC36F}" srcOrd="0" destOrd="0" presId="urn:microsoft.com/office/officeart/2018/2/layout/IconLabelList"/>
    <dgm:cxn modelId="{83392BF7-CB05-45BB-B1B6-906381AA30F3}" srcId="{F7DED89E-E53B-46F2-A1A2-C1776301437E}" destId="{D1850961-9049-4AE8-A584-F44FCFD73DA7}" srcOrd="1" destOrd="0" parTransId="{C15C5426-6734-41AC-A717-A94D2D420E97}" sibTransId="{2C0633BC-0441-4E9B-8DC5-871CD6884CD1}"/>
    <dgm:cxn modelId="{09AF77FE-7625-4D5F-9B52-54A65B0EF8B7}" srcId="{F7DED89E-E53B-46F2-A1A2-C1776301437E}" destId="{CA4806EB-41A2-4AA0-89FD-5C71FC3F20D9}" srcOrd="3" destOrd="0" parTransId="{74675254-558E-4BDF-B1B8-E155495223A4}" sibTransId="{81F70741-2ADF-402A-905C-F8C6961F5C88}"/>
    <dgm:cxn modelId="{AEDA6957-04A4-4355-AAF0-1E4B4E86676E}" type="presParOf" srcId="{6221C779-073E-460F-9F72-35E8BA37FF57}" destId="{B74F9B93-D167-47CB-8FE3-4E3375CF911C}" srcOrd="0" destOrd="0" presId="urn:microsoft.com/office/officeart/2018/2/layout/IconLabelList"/>
    <dgm:cxn modelId="{43E417B0-55B8-4E7A-8138-5E95369B2D46}" type="presParOf" srcId="{B74F9B93-D167-47CB-8FE3-4E3375CF911C}" destId="{7A062A97-F7FB-4B31-80A7-C72643D8A4B9}" srcOrd="0" destOrd="0" presId="urn:microsoft.com/office/officeart/2018/2/layout/IconLabelList"/>
    <dgm:cxn modelId="{804F9FF4-6FB5-47BD-9178-4EAE6748EAA2}" type="presParOf" srcId="{B74F9B93-D167-47CB-8FE3-4E3375CF911C}" destId="{5F5AF3CE-121E-4FE0-88AB-C9C4AF3E80A0}" srcOrd="1" destOrd="0" presId="urn:microsoft.com/office/officeart/2018/2/layout/IconLabelList"/>
    <dgm:cxn modelId="{E577427E-4368-439A-9559-B02EE6DF5903}" type="presParOf" srcId="{B74F9B93-D167-47CB-8FE3-4E3375CF911C}" destId="{73C37FE4-8BCF-41FB-AFE8-763A30EFC36F}" srcOrd="2" destOrd="0" presId="urn:microsoft.com/office/officeart/2018/2/layout/IconLabelList"/>
    <dgm:cxn modelId="{033718C4-B3E6-4D86-90F2-37EE8DF1C896}" type="presParOf" srcId="{6221C779-073E-460F-9F72-35E8BA37FF57}" destId="{DFDE6C9E-121A-4148-B6D9-96B481A6D10A}" srcOrd="1" destOrd="0" presId="urn:microsoft.com/office/officeart/2018/2/layout/IconLabelList"/>
    <dgm:cxn modelId="{712B3979-2009-457E-9EDB-655B806634BB}" type="presParOf" srcId="{6221C779-073E-460F-9F72-35E8BA37FF57}" destId="{2059D4E8-5ED9-47B3-9FBA-C8EE3B21E6E9}" srcOrd="2" destOrd="0" presId="urn:microsoft.com/office/officeart/2018/2/layout/IconLabelList"/>
    <dgm:cxn modelId="{4CA80FD2-5FD5-493C-8E43-94F6D96B68A3}" type="presParOf" srcId="{2059D4E8-5ED9-47B3-9FBA-C8EE3B21E6E9}" destId="{4496A22D-676E-4B9B-95AC-B4C5D0C86D25}" srcOrd="0" destOrd="0" presId="urn:microsoft.com/office/officeart/2018/2/layout/IconLabelList"/>
    <dgm:cxn modelId="{52234720-EF00-4F1A-883E-1AE8A048FDFC}" type="presParOf" srcId="{2059D4E8-5ED9-47B3-9FBA-C8EE3B21E6E9}" destId="{3F97EF18-A167-47B7-ACF3-B6B39349E1B4}" srcOrd="1" destOrd="0" presId="urn:microsoft.com/office/officeart/2018/2/layout/IconLabelList"/>
    <dgm:cxn modelId="{FB82052C-E19F-474C-9745-9F5BF9269406}" type="presParOf" srcId="{2059D4E8-5ED9-47B3-9FBA-C8EE3B21E6E9}" destId="{C62958FF-BB72-4843-9B25-FA0EFDB4B467}" srcOrd="2" destOrd="0" presId="urn:microsoft.com/office/officeart/2018/2/layout/IconLabelList"/>
    <dgm:cxn modelId="{4F812256-6C07-4A55-91D6-A7D1E5D5EFD1}" type="presParOf" srcId="{6221C779-073E-460F-9F72-35E8BA37FF57}" destId="{E9EBBBF8-7A7A-4879-B31B-93FB17727DC1}" srcOrd="3" destOrd="0" presId="urn:microsoft.com/office/officeart/2018/2/layout/IconLabelList"/>
    <dgm:cxn modelId="{0B53034C-B5CD-4DAF-96B8-C9CD1B117FFC}" type="presParOf" srcId="{6221C779-073E-460F-9F72-35E8BA37FF57}" destId="{74839127-E36D-443A-B43B-6FAC3CE4CDE7}" srcOrd="4" destOrd="0" presId="urn:microsoft.com/office/officeart/2018/2/layout/IconLabelList"/>
    <dgm:cxn modelId="{933260A8-A508-4B8B-8283-ABEB97E174C6}" type="presParOf" srcId="{74839127-E36D-443A-B43B-6FAC3CE4CDE7}" destId="{489E0D55-4881-47FA-BB6B-A90F0A56980A}" srcOrd="0" destOrd="0" presId="urn:microsoft.com/office/officeart/2018/2/layout/IconLabelList"/>
    <dgm:cxn modelId="{B77C7F0A-9843-49A6-9ED5-5CDE430E0D5F}" type="presParOf" srcId="{74839127-E36D-443A-B43B-6FAC3CE4CDE7}" destId="{F52E3926-7901-4F83-AD83-140D9358B192}" srcOrd="1" destOrd="0" presId="urn:microsoft.com/office/officeart/2018/2/layout/IconLabelList"/>
    <dgm:cxn modelId="{99CF4FD8-DE96-4153-B8AC-FBD6CD0C27F5}" type="presParOf" srcId="{74839127-E36D-443A-B43B-6FAC3CE4CDE7}" destId="{125BD491-2940-4DC1-80E4-24B50F8C2032}" srcOrd="2" destOrd="0" presId="urn:microsoft.com/office/officeart/2018/2/layout/IconLabelList"/>
    <dgm:cxn modelId="{DEC15186-654B-4545-8061-10F083BACEED}" type="presParOf" srcId="{6221C779-073E-460F-9F72-35E8BA37FF57}" destId="{B28C8C65-5A78-4CB1-BC72-F87FB4A857B3}" srcOrd="5" destOrd="0" presId="urn:microsoft.com/office/officeart/2018/2/layout/IconLabelList"/>
    <dgm:cxn modelId="{9935EACD-A4E4-4449-93E2-D73A76B32C38}" type="presParOf" srcId="{6221C779-073E-460F-9F72-35E8BA37FF57}" destId="{32C59C4A-74EA-4CAF-AAF6-108510D304CD}" srcOrd="6" destOrd="0" presId="urn:microsoft.com/office/officeart/2018/2/layout/IconLabelList"/>
    <dgm:cxn modelId="{5F2E8C15-26CA-44B5-ACC5-98F23FA41E19}" type="presParOf" srcId="{32C59C4A-74EA-4CAF-AAF6-108510D304CD}" destId="{35719449-9C91-4AAE-81E4-C8840C29FB8E}" srcOrd="0" destOrd="0" presId="urn:microsoft.com/office/officeart/2018/2/layout/IconLabelList"/>
    <dgm:cxn modelId="{AC8D09C5-9353-4384-9603-B77522193E99}" type="presParOf" srcId="{32C59C4A-74EA-4CAF-AAF6-108510D304CD}" destId="{A5FBF5C6-19AB-408C-9A48-3CEC1905DD24}" srcOrd="1" destOrd="0" presId="urn:microsoft.com/office/officeart/2018/2/layout/IconLabelList"/>
    <dgm:cxn modelId="{F22BE084-81B3-434F-9BB0-E3AF3A232917}" type="presParOf" srcId="{32C59C4A-74EA-4CAF-AAF6-108510D304CD}" destId="{0DA15380-C632-4B58-8DDC-12BE3E00E3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CDEA819-0D4A-452F-A4FB-4C7989EA40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36A11CB-DBCA-4488-8E34-1743EE6004EE}">
      <dgm:prSet custT="1"/>
      <dgm:spPr/>
      <dgm:t>
        <a:bodyPr/>
        <a:lstStyle/>
        <a:p>
          <a:r>
            <a:rPr lang="en-US" sz="2000"/>
            <a:t>File Storage: Local instead of Cloud (S3).</a:t>
          </a:r>
        </a:p>
      </dgm:t>
    </dgm:pt>
    <dgm:pt modelId="{CD8B45B5-8FF9-46FD-950A-91081C9B58DB}" type="parTrans" cxnId="{F031ED80-8DF3-4719-B117-6F01A77DEA08}">
      <dgm:prSet/>
      <dgm:spPr/>
      <dgm:t>
        <a:bodyPr/>
        <a:lstStyle/>
        <a:p>
          <a:endParaRPr lang="en-US"/>
        </a:p>
      </dgm:t>
    </dgm:pt>
    <dgm:pt modelId="{8A52E094-063A-455F-BAE7-BDE7D4AFFD38}" type="sibTrans" cxnId="{F031ED80-8DF3-4719-B117-6F01A77DEA08}">
      <dgm:prSet/>
      <dgm:spPr/>
      <dgm:t>
        <a:bodyPr/>
        <a:lstStyle/>
        <a:p>
          <a:endParaRPr lang="en-US"/>
        </a:p>
      </dgm:t>
    </dgm:pt>
    <dgm:pt modelId="{5FC602A6-7E52-421F-A401-79BFE614922D}">
      <dgm:prSet custT="1"/>
      <dgm:spPr/>
      <dgm:t>
        <a:bodyPr/>
        <a:lstStyle/>
        <a:p>
          <a:r>
            <a:rPr lang="en-US" sz="2000" dirty="0"/>
            <a:t>Analytics: Basic vs Predictive Spend.</a:t>
          </a:r>
        </a:p>
      </dgm:t>
    </dgm:pt>
    <dgm:pt modelId="{A9349FCC-1473-487C-A9F6-09E14613FA84}" type="parTrans" cxnId="{4457FDD8-7514-4DA9-B4F3-7D4E77CB6E03}">
      <dgm:prSet/>
      <dgm:spPr/>
      <dgm:t>
        <a:bodyPr/>
        <a:lstStyle/>
        <a:p>
          <a:endParaRPr lang="en-US"/>
        </a:p>
      </dgm:t>
    </dgm:pt>
    <dgm:pt modelId="{9AEC886F-B50B-41AE-9147-D3C8F369E228}" type="sibTrans" cxnId="{4457FDD8-7514-4DA9-B4F3-7D4E77CB6E03}">
      <dgm:prSet/>
      <dgm:spPr/>
      <dgm:t>
        <a:bodyPr/>
        <a:lstStyle/>
        <a:p>
          <a:endParaRPr lang="en-US"/>
        </a:p>
      </dgm:t>
    </dgm:pt>
    <dgm:pt modelId="{3C447BA7-204B-4C86-82B0-4F2F6795BCFF}">
      <dgm:prSet custT="1"/>
      <dgm:spPr/>
      <dgm:t>
        <a:bodyPr/>
        <a:lstStyle/>
        <a:p>
          <a:r>
            <a:rPr lang="en-US" sz="2000"/>
            <a:t>Messaging: No built-in chat system.</a:t>
          </a:r>
        </a:p>
      </dgm:t>
    </dgm:pt>
    <dgm:pt modelId="{C3ED6440-FE96-42C2-9CB9-83EEB8FC067C}" type="parTrans" cxnId="{18741A4A-B111-4981-9268-6134DCBE8D50}">
      <dgm:prSet/>
      <dgm:spPr/>
      <dgm:t>
        <a:bodyPr/>
        <a:lstStyle/>
        <a:p>
          <a:endParaRPr lang="en-US"/>
        </a:p>
      </dgm:t>
    </dgm:pt>
    <dgm:pt modelId="{B86A99C6-63AE-4C44-AA03-B03EA7CB5CD8}" type="sibTrans" cxnId="{18741A4A-B111-4981-9268-6134DCBE8D50}">
      <dgm:prSet/>
      <dgm:spPr/>
      <dgm:t>
        <a:bodyPr/>
        <a:lstStyle/>
        <a:p>
          <a:endParaRPr lang="en-US"/>
        </a:p>
      </dgm:t>
    </dgm:pt>
    <dgm:pt modelId="{4D1D5958-9206-4CB4-9809-04C07785A13B}">
      <dgm:prSet custT="1"/>
      <dgm:spPr/>
      <dgm:t>
        <a:bodyPr/>
        <a:lstStyle/>
        <a:p>
          <a:r>
            <a:rPr lang="en-US" sz="2000" dirty="0"/>
            <a:t>Compliance: Manual document verification.</a:t>
          </a:r>
        </a:p>
      </dgm:t>
    </dgm:pt>
    <dgm:pt modelId="{C295E8BB-248A-4BFF-90F4-D53701E45806}" type="parTrans" cxnId="{9DA29E37-E144-4D47-8761-573A2D1A8260}">
      <dgm:prSet/>
      <dgm:spPr/>
      <dgm:t>
        <a:bodyPr/>
        <a:lstStyle/>
        <a:p>
          <a:endParaRPr lang="en-US"/>
        </a:p>
      </dgm:t>
    </dgm:pt>
    <dgm:pt modelId="{ED5983C0-BBDB-44EA-97C4-3442C04F02F4}" type="sibTrans" cxnId="{9DA29E37-E144-4D47-8761-573A2D1A8260}">
      <dgm:prSet/>
      <dgm:spPr/>
      <dgm:t>
        <a:bodyPr/>
        <a:lstStyle/>
        <a:p>
          <a:endParaRPr lang="en-US"/>
        </a:p>
      </dgm:t>
    </dgm:pt>
    <dgm:pt modelId="{E608AB42-9429-4041-9989-83CB1C14DEA2}" type="pres">
      <dgm:prSet presAssocID="{ACDEA819-0D4A-452F-A4FB-4C7989EA402E}" presName="root" presStyleCnt="0">
        <dgm:presLayoutVars>
          <dgm:dir/>
          <dgm:resizeHandles val="exact"/>
        </dgm:presLayoutVars>
      </dgm:prSet>
      <dgm:spPr/>
    </dgm:pt>
    <dgm:pt modelId="{E9C81778-BC1E-4B38-A854-4101929B2431}" type="pres">
      <dgm:prSet presAssocID="{836A11CB-DBCA-4488-8E34-1743EE6004EE}" presName="compNode" presStyleCnt="0"/>
      <dgm:spPr/>
    </dgm:pt>
    <dgm:pt modelId="{3B3A331F-11D4-4D8B-B8A1-75FF57FAFA80}" type="pres">
      <dgm:prSet presAssocID="{836A11CB-DBCA-4488-8E34-1743EE6004E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62B9356-8241-48B8-8216-F858BDEBCBFC}" type="pres">
      <dgm:prSet presAssocID="{836A11CB-DBCA-4488-8E34-1743EE6004EE}" presName="spaceRect" presStyleCnt="0"/>
      <dgm:spPr/>
    </dgm:pt>
    <dgm:pt modelId="{5F267C98-0C1F-4116-83DF-6FAD13187CD8}" type="pres">
      <dgm:prSet presAssocID="{836A11CB-DBCA-4488-8E34-1743EE6004EE}" presName="textRect" presStyleLbl="revTx" presStyleIdx="0" presStyleCnt="4">
        <dgm:presLayoutVars>
          <dgm:chMax val="1"/>
          <dgm:chPref val="1"/>
        </dgm:presLayoutVars>
      </dgm:prSet>
      <dgm:spPr/>
    </dgm:pt>
    <dgm:pt modelId="{0B68F799-F04D-4224-8139-2C5E4171A4BF}" type="pres">
      <dgm:prSet presAssocID="{8A52E094-063A-455F-BAE7-BDE7D4AFFD38}" presName="sibTrans" presStyleCnt="0"/>
      <dgm:spPr/>
    </dgm:pt>
    <dgm:pt modelId="{9FD21628-E69D-4B5C-80DF-E93D08DA106B}" type="pres">
      <dgm:prSet presAssocID="{5FC602A6-7E52-421F-A401-79BFE614922D}" presName="compNode" presStyleCnt="0"/>
      <dgm:spPr/>
    </dgm:pt>
    <dgm:pt modelId="{64BAB439-F40A-4731-B4BF-1D666A399159}" type="pres">
      <dgm:prSet presAssocID="{5FC602A6-7E52-421F-A401-79BFE61492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DE25E8E7-C200-4A08-8A09-46BE6E233320}" type="pres">
      <dgm:prSet presAssocID="{5FC602A6-7E52-421F-A401-79BFE614922D}" presName="spaceRect" presStyleCnt="0"/>
      <dgm:spPr/>
    </dgm:pt>
    <dgm:pt modelId="{DF059670-6E07-4468-B646-A78B641DC1F9}" type="pres">
      <dgm:prSet presAssocID="{5FC602A6-7E52-421F-A401-79BFE614922D}" presName="textRect" presStyleLbl="revTx" presStyleIdx="1" presStyleCnt="4">
        <dgm:presLayoutVars>
          <dgm:chMax val="1"/>
          <dgm:chPref val="1"/>
        </dgm:presLayoutVars>
      </dgm:prSet>
      <dgm:spPr/>
    </dgm:pt>
    <dgm:pt modelId="{FDB0995E-E12F-405C-B72D-22042D975815}" type="pres">
      <dgm:prSet presAssocID="{9AEC886F-B50B-41AE-9147-D3C8F369E228}" presName="sibTrans" presStyleCnt="0"/>
      <dgm:spPr/>
    </dgm:pt>
    <dgm:pt modelId="{DF92DBEF-0848-431B-82F5-121FFF35E0FE}" type="pres">
      <dgm:prSet presAssocID="{3C447BA7-204B-4C86-82B0-4F2F6795BCFF}" presName="compNode" presStyleCnt="0"/>
      <dgm:spPr/>
    </dgm:pt>
    <dgm:pt modelId="{3316CCD1-66C6-4564-8673-D9EBE077DD22}" type="pres">
      <dgm:prSet presAssocID="{3C447BA7-204B-4C86-82B0-4F2F6795BC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39FE4057-0F9F-45F8-B42F-FD0D3AFAF2FA}" type="pres">
      <dgm:prSet presAssocID="{3C447BA7-204B-4C86-82B0-4F2F6795BCFF}" presName="spaceRect" presStyleCnt="0"/>
      <dgm:spPr/>
    </dgm:pt>
    <dgm:pt modelId="{1CE9AF36-F03F-45E4-818B-975F0DC2ACB9}" type="pres">
      <dgm:prSet presAssocID="{3C447BA7-204B-4C86-82B0-4F2F6795BCFF}" presName="textRect" presStyleLbl="revTx" presStyleIdx="2" presStyleCnt="4">
        <dgm:presLayoutVars>
          <dgm:chMax val="1"/>
          <dgm:chPref val="1"/>
        </dgm:presLayoutVars>
      </dgm:prSet>
      <dgm:spPr/>
    </dgm:pt>
    <dgm:pt modelId="{62387527-94D3-416C-AF32-606E6C1C29E7}" type="pres">
      <dgm:prSet presAssocID="{B86A99C6-63AE-4C44-AA03-B03EA7CB5CD8}" presName="sibTrans" presStyleCnt="0"/>
      <dgm:spPr/>
    </dgm:pt>
    <dgm:pt modelId="{EA20BD68-8FB3-4360-A2A8-8E74658A6929}" type="pres">
      <dgm:prSet presAssocID="{4D1D5958-9206-4CB4-9809-04C07785A13B}" presName="compNode" presStyleCnt="0"/>
      <dgm:spPr/>
    </dgm:pt>
    <dgm:pt modelId="{73C73804-9DA8-426A-8D78-B573079F3D2E}" type="pres">
      <dgm:prSet presAssocID="{4D1D5958-9206-4CB4-9809-04C07785A13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34C7BEA4-56B0-4A81-8BE1-D5617DF835C7}" type="pres">
      <dgm:prSet presAssocID="{4D1D5958-9206-4CB4-9809-04C07785A13B}" presName="spaceRect" presStyleCnt="0"/>
      <dgm:spPr/>
    </dgm:pt>
    <dgm:pt modelId="{5F2B218B-987A-48B8-BBD0-C78B9B9BBE49}" type="pres">
      <dgm:prSet presAssocID="{4D1D5958-9206-4CB4-9809-04C07785A13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D450504-16C1-407B-8D61-AD519ECC042E}" type="presOf" srcId="{4D1D5958-9206-4CB4-9809-04C07785A13B}" destId="{5F2B218B-987A-48B8-BBD0-C78B9B9BBE49}" srcOrd="0" destOrd="0" presId="urn:microsoft.com/office/officeart/2018/2/layout/IconLabelList"/>
    <dgm:cxn modelId="{64D04C1E-26FE-42C1-A065-040B49D38B1B}" type="presOf" srcId="{5FC602A6-7E52-421F-A401-79BFE614922D}" destId="{DF059670-6E07-4468-B646-A78B641DC1F9}" srcOrd="0" destOrd="0" presId="urn:microsoft.com/office/officeart/2018/2/layout/IconLabelList"/>
    <dgm:cxn modelId="{9DA29E37-E144-4D47-8761-573A2D1A8260}" srcId="{ACDEA819-0D4A-452F-A4FB-4C7989EA402E}" destId="{4D1D5958-9206-4CB4-9809-04C07785A13B}" srcOrd="3" destOrd="0" parTransId="{C295E8BB-248A-4BFF-90F4-D53701E45806}" sibTransId="{ED5983C0-BBDB-44EA-97C4-3442C04F02F4}"/>
    <dgm:cxn modelId="{18741A4A-B111-4981-9268-6134DCBE8D50}" srcId="{ACDEA819-0D4A-452F-A4FB-4C7989EA402E}" destId="{3C447BA7-204B-4C86-82B0-4F2F6795BCFF}" srcOrd="2" destOrd="0" parTransId="{C3ED6440-FE96-42C2-9CB9-83EEB8FC067C}" sibTransId="{B86A99C6-63AE-4C44-AA03-B03EA7CB5CD8}"/>
    <dgm:cxn modelId="{EF08626C-DBC3-4FA5-8EBE-4075DF2D95F0}" type="presOf" srcId="{836A11CB-DBCA-4488-8E34-1743EE6004EE}" destId="{5F267C98-0C1F-4116-83DF-6FAD13187CD8}" srcOrd="0" destOrd="0" presId="urn:microsoft.com/office/officeart/2018/2/layout/IconLabelList"/>
    <dgm:cxn modelId="{9F6D6A7B-2216-48A5-BB48-BADAD6EA5FC4}" type="presOf" srcId="{3C447BA7-204B-4C86-82B0-4F2F6795BCFF}" destId="{1CE9AF36-F03F-45E4-818B-975F0DC2ACB9}" srcOrd="0" destOrd="0" presId="urn:microsoft.com/office/officeart/2018/2/layout/IconLabelList"/>
    <dgm:cxn modelId="{F031ED80-8DF3-4719-B117-6F01A77DEA08}" srcId="{ACDEA819-0D4A-452F-A4FB-4C7989EA402E}" destId="{836A11CB-DBCA-4488-8E34-1743EE6004EE}" srcOrd="0" destOrd="0" parTransId="{CD8B45B5-8FF9-46FD-950A-91081C9B58DB}" sibTransId="{8A52E094-063A-455F-BAE7-BDE7D4AFFD38}"/>
    <dgm:cxn modelId="{F32FE3CE-7308-46B3-83CA-63F0734AB356}" type="presOf" srcId="{ACDEA819-0D4A-452F-A4FB-4C7989EA402E}" destId="{E608AB42-9429-4041-9989-83CB1C14DEA2}" srcOrd="0" destOrd="0" presId="urn:microsoft.com/office/officeart/2018/2/layout/IconLabelList"/>
    <dgm:cxn modelId="{4457FDD8-7514-4DA9-B4F3-7D4E77CB6E03}" srcId="{ACDEA819-0D4A-452F-A4FB-4C7989EA402E}" destId="{5FC602A6-7E52-421F-A401-79BFE614922D}" srcOrd="1" destOrd="0" parTransId="{A9349FCC-1473-487C-A9F6-09E14613FA84}" sibTransId="{9AEC886F-B50B-41AE-9147-D3C8F369E228}"/>
    <dgm:cxn modelId="{909DFDB4-F8EA-4BD9-BED9-0EDEC03C996E}" type="presParOf" srcId="{E608AB42-9429-4041-9989-83CB1C14DEA2}" destId="{E9C81778-BC1E-4B38-A854-4101929B2431}" srcOrd="0" destOrd="0" presId="urn:microsoft.com/office/officeart/2018/2/layout/IconLabelList"/>
    <dgm:cxn modelId="{C9281763-A139-40A1-8E41-A309AE783303}" type="presParOf" srcId="{E9C81778-BC1E-4B38-A854-4101929B2431}" destId="{3B3A331F-11D4-4D8B-B8A1-75FF57FAFA80}" srcOrd="0" destOrd="0" presId="urn:microsoft.com/office/officeart/2018/2/layout/IconLabelList"/>
    <dgm:cxn modelId="{612C0481-8562-4F45-B99E-5ACA2990E38F}" type="presParOf" srcId="{E9C81778-BC1E-4B38-A854-4101929B2431}" destId="{C62B9356-8241-48B8-8216-F858BDEBCBFC}" srcOrd="1" destOrd="0" presId="urn:microsoft.com/office/officeart/2018/2/layout/IconLabelList"/>
    <dgm:cxn modelId="{7DDFD23B-EC90-4207-818B-4076B740D972}" type="presParOf" srcId="{E9C81778-BC1E-4B38-A854-4101929B2431}" destId="{5F267C98-0C1F-4116-83DF-6FAD13187CD8}" srcOrd="2" destOrd="0" presId="urn:microsoft.com/office/officeart/2018/2/layout/IconLabelList"/>
    <dgm:cxn modelId="{FD97CAA8-400C-440F-AB01-078736447A6B}" type="presParOf" srcId="{E608AB42-9429-4041-9989-83CB1C14DEA2}" destId="{0B68F799-F04D-4224-8139-2C5E4171A4BF}" srcOrd="1" destOrd="0" presId="urn:microsoft.com/office/officeart/2018/2/layout/IconLabelList"/>
    <dgm:cxn modelId="{FFD6BEB9-E50C-420E-A8D7-424EA3DE072F}" type="presParOf" srcId="{E608AB42-9429-4041-9989-83CB1C14DEA2}" destId="{9FD21628-E69D-4B5C-80DF-E93D08DA106B}" srcOrd="2" destOrd="0" presId="urn:microsoft.com/office/officeart/2018/2/layout/IconLabelList"/>
    <dgm:cxn modelId="{9CE10248-3A14-41D0-A1D5-741F4F01F523}" type="presParOf" srcId="{9FD21628-E69D-4B5C-80DF-E93D08DA106B}" destId="{64BAB439-F40A-4731-B4BF-1D666A399159}" srcOrd="0" destOrd="0" presId="urn:microsoft.com/office/officeart/2018/2/layout/IconLabelList"/>
    <dgm:cxn modelId="{ACE9AF28-21F2-4A16-ABE8-CB86B76B413F}" type="presParOf" srcId="{9FD21628-E69D-4B5C-80DF-E93D08DA106B}" destId="{DE25E8E7-C200-4A08-8A09-46BE6E233320}" srcOrd="1" destOrd="0" presId="urn:microsoft.com/office/officeart/2018/2/layout/IconLabelList"/>
    <dgm:cxn modelId="{F48D1FCC-1981-4913-943F-0CD8F7675983}" type="presParOf" srcId="{9FD21628-E69D-4B5C-80DF-E93D08DA106B}" destId="{DF059670-6E07-4468-B646-A78B641DC1F9}" srcOrd="2" destOrd="0" presId="urn:microsoft.com/office/officeart/2018/2/layout/IconLabelList"/>
    <dgm:cxn modelId="{DFB20E2B-B0BC-4EAF-B3AC-D41CC99FF596}" type="presParOf" srcId="{E608AB42-9429-4041-9989-83CB1C14DEA2}" destId="{FDB0995E-E12F-405C-B72D-22042D975815}" srcOrd="3" destOrd="0" presId="urn:microsoft.com/office/officeart/2018/2/layout/IconLabelList"/>
    <dgm:cxn modelId="{3F9A180F-D925-46FF-B41F-EAA5C361AC68}" type="presParOf" srcId="{E608AB42-9429-4041-9989-83CB1C14DEA2}" destId="{DF92DBEF-0848-431B-82F5-121FFF35E0FE}" srcOrd="4" destOrd="0" presId="urn:microsoft.com/office/officeart/2018/2/layout/IconLabelList"/>
    <dgm:cxn modelId="{81594A2D-DBAF-46CF-BD04-83F078FE007E}" type="presParOf" srcId="{DF92DBEF-0848-431B-82F5-121FFF35E0FE}" destId="{3316CCD1-66C6-4564-8673-D9EBE077DD22}" srcOrd="0" destOrd="0" presId="urn:microsoft.com/office/officeart/2018/2/layout/IconLabelList"/>
    <dgm:cxn modelId="{1356A224-E2C2-4EB3-8633-9D8E40FC9427}" type="presParOf" srcId="{DF92DBEF-0848-431B-82F5-121FFF35E0FE}" destId="{39FE4057-0F9F-45F8-B42F-FD0D3AFAF2FA}" srcOrd="1" destOrd="0" presId="urn:microsoft.com/office/officeart/2018/2/layout/IconLabelList"/>
    <dgm:cxn modelId="{36F08C7D-BF6E-487D-9BF7-8D53CC17D038}" type="presParOf" srcId="{DF92DBEF-0848-431B-82F5-121FFF35E0FE}" destId="{1CE9AF36-F03F-45E4-818B-975F0DC2ACB9}" srcOrd="2" destOrd="0" presId="urn:microsoft.com/office/officeart/2018/2/layout/IconLabelList"/>
    <dgm:cxn modelId="{EA5A4A99-14C3-4A3F-83AC-FE275C7C094D}" type="presParOf" srcId="{E608AB42-9429-4041-9989-83CB1C14DEA2}" destId="{62387527-94D3-416C-AF32-606E6C1C29E7}" srcOrd="5" destOrd="0" presId="urn:microsoft.com/office/officeart/2018/2/layout/IconLabelList"/>
    <dgm:cxn modelId="{C9B7E5C9-E7F6-4A0D-AB8A-31C02481234B}" type="presParOf" srcId="{E608AB42-9429-4041-9989-83CB1C14DEA2}" destId="{EA20BD68-8FB3-4360-A2A8-8E74658A6929}" srcOrd="6" destOrd="0" presId="urn:microsoft.com/office/officeart/2018/2/layout/IconLabelList"/>
    <dgm:cxn modelId="{3AB120DA-054E-4CFA-8BF6-243275D3A0E8}" type="presParOf" srcId="{EA20BD68-8FB3-4360-A2A8-8E74658A6929}" destId="{73C73804-9DA8-426A-8D78-B573079F3D2E}" srcOrd="0" destOrd="0" presId="urn:microsoft.com/office/officeart/2018/2/layout/IconLabelList"/>
    <dgm:cxn modelId="{A9A484BA-A0EC-4603-A24C-24308F823C53}" type="presParOf" srcId="{EA20BD68-8FB3-4360-A2A8-8E74658A6929}" destId="{34C7BEA4-56B0-4A81-8BE1-D5617DF835C7}" srcOrd="1" destOrd="0" presId="urn:microsoft.com/office/officeart/2018/2/layout/IconLabelList"/>
    <dgm:cxn modelId="{396A535E-57A3-423E-90D6-A29BCFAA1539}" type="presParOf" srcId="{EA20BD68-8FB3-4360-A2A8-8E74658A6929}" destId="{5F2B218B-987A-48B8-BBD0-C78B9B9BBE4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FD99D-4E9B-4AC0-888A-A29F9DBA8417}">
      <dsp:nvSpPr>
        <dsp:cNvPr id="0" name=""/>
        <dsp:cNvSpPr/>
      </dsp:nvSpPr>
      <dsp:spPr>
        <a:xfrm>
          <a:off x="867591" y="445710"/>
          <a:ext cx="746718" cy="746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4E293-B0A2-4E2A-AA80-206C51026FBD}">
      <dsp:nvSpPr>
        <dsp:cNvPr id="0" name=""/>
        <dsp:cNvSpPr/>
      </dsp:nvSpPr>
      <dsp:spPr>
        <a:xfrm>
          <a:off x="411263" y="1473829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Backend: Java 21, Spring Boot 3.x</a:t>
          </a:r>
        </a:p>
      </dsp:txBody>
      <dsp:txXfrm>
        <a:off x="411263" y="1473829"/>
        <a:ext cx="1659374" cy="663750"/>
      </dsp:txXfrm>
    </dsp:sp>
    <dsp:sp modelId="{AEBF25EF-A690-48A9-83F4-B31A04003C11}">
      <dsp:nvSpPr>
        <dsp:cNvPr id="0" name=""/>
        <dsp:cNvSpPr/>
      </dsp:nvSpPr>
      <dsp:spPr>
        <a:xfrm>
          <a:off x="2817357" y="445710"/>
          <a:ext cx="746718" cy="746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5CEAE-2C42-4B1D-9358-6AE44C46B640}">
      <dsp:nvSpPr>
        <dsp:cNvPr id="0" name=""/>
        <dsp:cNvSpPr/>
      </dsp:nvSpPr>
      <dsp:spPr>
        <a:xfrm>
          <a:off x="2361029" y="1473829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Security: Spring Security, JWT, BCrypt</a:t>
          </a:r>
        </a:p>
      </dsp:txBody>
      <dsp:txXfrm>
        <a:off x="2361029" y="1473829"/>
        <a:ext cx="1659374" cy="663750"/>
      </dsp:txXfrm>
    </dsp:sp>
    <dsp:sp modelId="{DD5FDA66-8A02-4494-8D7D-A2A706F22BDD}">
      <dsp:nvSpPr>
        <dsp:cNvPr id="0" name=""/>
        <dsp:cNvSpPr/>
      </dsp:nvSpPr>
      <dsp:spPr>
        <a:xfrm>
          <a:off x="4767122" y="445710"/>
          <a:ext cx="746718" cy="746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67CB6-7C72-43F5-A48E-256975149FD7}">
      <dsp:nvSpPr>
        <dsp:cNvPr id="0" name=""/>
        <dsp:cNvSpPr/>
      </dsp:nvSpPr>
      <dsp:spPr>
        <a:xfrm>
          <a:off x="4310794" y="1473829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Layer: Hibernate/JPA, MySQL 8.x</a:t>
          </a:r>
        </a:p>
      </dsp:txBody>
      <dsp:txXfrm>
        <a:off x="4310794" y="1473829"/>
        <a:ext cx="1659374" cy="663750"/>
      </dsp:txXfrm>
    </dsp:sp>
    <dsp:sp modelId="{27ADC293-37D3-4280-BE22-379321E3EBDC}">
      <dsp:nvSpPr>
        <dsp:cNvPr id="0" name=""/>
        <dsp:cNvSpPr/>
      </dsp:nvSpPr>
      <dsp:spPr>
        <a:xfrm>
          <a:off x="6716888" y="445710"/>
          <a:ext cx="746718" cy="7467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792D0-6B2D-4EAD-B398-2DDEE297DF14}">
      <dsp:nvSpPr>
        <dsp:cNvPr id="0" name=""/>
        <dsp:cNvSpPr/>
      </dsp:nvSpPr>
      <dsp:spPr>
        <a:xfrm>
          <a:off x="6260560" y="1473829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Reporting: </a:t>
          </a:r>
          <a:r>
            <a:rPr lang="en-US" sz="1600" kern="1200" dirty="0" err="1"/>
            <a:t>JasperReports</a:t>
          </a:r>
          <a:r>
            <a:rPr lang="en-US" sz="1600" kern="1200" dirty="0"/>
            <a:t> 7 (PDF &amp; Excel)</a:t>
          </a:r>
        </a:p>
      </dsp:txBody>
      <dsp:txXfrm>
        <a:off x="6260560" y="1473829"/>
        <a:ext cx="1659374" cy="663750"/>
      </dsp:txXfrm>
    </dsp:sp>
    <dsp:sp modelId="{B20937FC-881A-4442-9578-839D8F6C20D0}">
      <dsp:nvSpPr>
        <dsp:cNvPr id="0" name=""/>
        <dsp:cNvSpPr/>
      </dsp:nvSpPr>
      <dsp:spPr>
        <a:xfrm>
          <a:off x="2817357" y="2552422"/>
          <a:ext cx="746718" cy="74671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C0650-C8E2-40DF-AA88-34D3447C59DA}">
      <dsp:nvSpPr>
        <dsp:cNvPr id="0" name=""/>
        <dsp:cNvSpPr/>
      </dsp:nvSpPr>
      <dsp:spPr>
        <a:xfrm>
          <a:off x="2361029" y="3580541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Build Tool: Maven</a:t>
          </a:r>
        </a:p>
      </dsp:txBody>
      <dsp:txXfrm>
        <a:off x="2361029" y="3580541"/>
        <a:ext cx="1659374" cy="663750"/>
      </dsp:txXfrm>
    </dsp:sp>
    <dsp:sp modelId="{F9A41DF8-737A-48E0-9F43-30E387EF6992}">
      <dsp:nvSpPr>
        <dsp:cNvPr id="0" name=""/>
        <dsp:cNvSpPr/>
      </dsp:nvSpPr>
      <dsp:spPr>
        <a:xfrm>
          <a:off x="4767122" y="2552422"/>
          <a:ext cx="746718" cy="74671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33E30-8BB3-456F-8454-0D5A4A51739A}">
      <dsp:nvSpPr>
        <dsp:cNvPr id="0" name=""/>
        <dsp:cNvSpPr/>
      </dsp:nvSpPr>
      <dsp:spPr>
        <a:xfrm>
          <a:off x="4310794" y="3580541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API: RESTful Web Services</a:t>
          </a:r>
        </a:p>
      </dsp:txBody>
      <dsp:txXfrm>
        <a:off x="4310794" y="3580541"/>
        <a:ext cx="1659374" cy="663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1AE1A-F84E-4E7C-AE9D-3DD43FD9F936}">
      <dsp:nvSpPr>
        <dsp:cNvPr id="0" name=""/>
        <dsp:cNvSpPr/>
      </dsp:nvSpPr>
      <dsp:spPr>
        <a:xfrm>
          <a:off x="0" y="2066"/>
          <a:ext cx="5452268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C35F2-1233-4ABE-8D6C-2617B47C7B56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3E79B-409B-43D0-93FD-157DE3565CCB}">
      <dsp:nvSpPr>
        <dsp:cNvPr id="0" name=""/>
        <dsp:cNvSpPr/>
      </dsp:nvSpPr>
      <dsp:spPr>
        <a:xfrm>
          <a:off x="1209819" y="2066"/>
          <a:ext cx="4242448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MVC Pattern: Controller-Service-Repository.</a:t>
          </a:r>
        </a:p>
      </dsp:txBody>
      <dsp:txXfrm>
        <a:off x="1209819" y="2066"/>
        <a:ext cx="4242448" cy="1047462"/>
      </dsp:txXfrm>
    </dsp:sp>
    <dsp:sp modelId="{C4BC8C7E-BA48-44A8-B372-C6FD517FA18F}">
      <dsp:nvSpPr>
        <dsp:cNvPr id="0" name=""/>
        <dsp:cNvSpPr/>
      </dsp:nvSpPr>
      <dsp:spPr>
        <a:xfrm>
          <a:off x="0" y="1311395"/>
          <a:ext cx="5452268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CAE0E2-4E11-497D-9EEF-672AB6F114AB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AC938-CB9B-4956-9B5E-03A40D5DBA2B}">
      <dsp:nvSpPr>
        <dsp:cNvPr id="0" name=""/>
        <dsp:cNvSpPr/>
      </dsp:nvSpPr>
      <dsp:spPr>
        <a:xfrm>
          <a:off x="1209819" y="1311395"/>
          <a:ext cx="4242448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N-Tier Design: Separation of Presentation, Logic, Persistence.</a:t>
          </a:r>
        </a:p>
      </dsp:txBody>
      <dsp:txXfrm>
        <a:off x="1209819" y="1311395"/>
        <a:ext cx="4242448" cy="1047462"/>
      </dsp:txXfrm>
    </dsp:sp>
    <dsp:sp modelId="{1B82143E-6282-43DC-BB02-EE79CD2C145A}">
      <dsp:nvSpPr>
        <dsp:cNvPr id="0" name=""/>
        <dsp:cNvSpPr/>
      </dsp:nvSpPr>
      <dsp:spPr>
        <a:xfrm>
          <a:off x="0" y="2620723"/>
          <a:ext cx="5452268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9624A-168A-4E99-87AB-F38E75B5E339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BF6A4-1683-45F1-A912-68632686A6B1}">
      <dsp:nvSpPr>
        <dsp:cNvPr id="0" name=""/>
        <dsp:cNvSpPr/>
      </dsp:nvSpPr>
      <dsp:spPr>
        <a:xfrm>
          <a:off x="1209819" y="2620723"/>
          <a:ext cx="4242448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Stateless REST: Scalable communication.</a:t>
          </a:r>
        </a:p>
      </dsp:txBody>
      <dsp:txXfrm>
        <a:off x="1209819" y="2620723"/>
        <a:ext cx="4242448" cy="1047462"/>
      </dsp:txXfrm>
    </dsp:sp>
    <dsp:sp modelId="{4D611DF7-CD26-423A-8974-F66B5750F990}">
      <dsp:nvSpPr>
        <dsp:cNvPr id="0" name=""/>
        <dsp:cNvSpPr/>
      </dsp:nvSpPr>
      <dsp:spPr>
        <a:xfrm>
          <a:off x="0" y="3930051"/>
          <a:ext cx="5452268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222F9E-86D7-47DF-B53F-3BF3F61F8E9F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EA0D9-60E0-4792-8F67-A5BB4CB383EF}">
      <dsp:nvSpPr>
        <dsp:cNvPr id="0" name=""/>
        <dsp:cNvSpPr/>
      </dsp:nvSpPr>
      <dsp:spPr>
        <a:xfrm>
          <a:off x="1209819" y="3930051"/>
          <a:ext cx="4242448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Modularity: Decoupled logic for Auth, Vendor, Procurement.</a:t>
          </a:r>
        </a:p>
      </dsp:txBody>
      <dsp:txXfrm>
        <a:off x="1209819" y="3930051"/>
        <a:ext cx="4242448" cy="1047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CBB52-BE2E-4A39-941B-4480E6F9300C}">
      <dsp:nvSpPr>
        <dsp:cNvPr id="0" name=""/>
        <dsp:cNvSpPr/>
      </dsp:nvSpPr>
      <dsp:spPr>
        <a:xfrm>
          <a:off x="0" y="3198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691E9-E76D-4C6E-901A-78D0E12A4D9B}">
      <dsp:nvSpPr>
        <dsp:cNvPr id="0" name=""/>
        <dsp:cNvSpPr/>
      </dsp:nvSpPr>
      <dsp:spPr>
        <a:xfrm>
          <a:off x="206057" y="156463"/>
          <a:ext cx="374649" cy="374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84D9D-F984-45DF-9C78-977FA11757F5}">
      <dsp:nvSpPr>
        <dsp:cNvPr id="0" name=""/>
        <dsp:cNvSpPr/>
      </dsp:nvSpPr>
      <dsp:spPr>
        <a:xfrm>
          <a:off x="786764" y="3198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User sends credentials to /api/auth/login.</a:t>
          </a:r>
        </a:p>
      </dsp:txBody>
      <dsp:txXfrm>
        <a:off x="786764" y="3198"/>
        <a:ext cx="8831368" cy="681180"/>
      </dsp:txXfrm>
    </dsp:sp>
    <dsp:sp modelId="{C581EC00-44BF-453B-B600-DB79F8DDF3EC}">
      <dsp:nvSpPr>
        <dsp:cNvPr id="0" name=""/>
        <dsp:cNvSpPr/>
      </dsp:nvSpPr>
      <dsp:spPr>
        <a:xfrm>
          <a:off x="0" y="854674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AFD0EE-93CD-4652-B306-3B441FB160DD}">
      <dsp:nvSpPr>
        <dsp:cNvPr id="0" name=""/>
        <dsp:cNvSpPr/>
      </dsp:nvSpPr>
      <dsp:spPr>
        <a:xfrm>
          <a:off x="206057" y="1007939"/>
          <a:ext cx="374649" cy="374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21139-2175-4BA9-893D-55DB38920E14}">
      <dsp:nvSpPr>
        <dsp:cNvPr id="0" name=""/>
        <dsp:cNvSpPr/>
      </dsp:nvSpPr>
      <dsp:spPr>
        <a:xfrm>
          <a:off x="786764" y="854674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System verifies credentials against DB.</a:t>
          </a:r>
        </a:p>
      </dsp:txBody>
      <dsp:txXfrm>
        <a:off x="786764" y="854674"/>
        <a:ext cx="8831368" cy="681180"/>
      </dsp:txXfrm>
    </dsp:sp>
    <dsp:sp modelId="{ACE06D1A-9D33-48DC-8301-67C662481950}">
      <dsp:nvSpPr>
        <dsp:cNvPr id="0" name=""/>
        <dsp:cNvSpPr/>
      </dsp:nvSpPr>
      <dsp:spPr>
        <a:xfrm>
          <a:off x="0" y="1706150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A8805-3338-43E4-9BBB-EBB58E007AC0}">
      <dsp:nvSpPr>
        <dsp:cNvPr id="0" name=""/>
        <dsp:cNvSpPr/>
      </dsp:nvSpPr>
      <dsp:spPr>
        <a:xfrm>
          <a:off x="206057" y="1859416"/>
          <a:ext cx="374649" cy="374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09A28-439E-463D-BE01-4F9B1021CC0F}">
      <dsp:nvSpPr>
        <dsp:cNvPr id="0" name=""/>
        <dsp:cNvSpPr/>
      </dsp:nvSpPr>
      <dsp:spPr>
        <a:xfrm>
          <a:off x="786764" y="1706150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Server generates signed JWT token.</a:t>
          </a:r>
        </a:p>
      </dsp:txBody>
      <dsp:txXfrm>
        <a:off x="786764" y="1706150"/>
        <a:ext cx="8831368" cy="681180"/>
      </dsp:txXfrm>
    </dsp:sp>
    <dsp:sp modelId="{D152DF88-61A8-4AF7-9DE4-C2C281A9C6B0}">
      <dsp:nvSpPr>
        <dsp:cNvPr id="0" name=""/>
        <dsp:cNvSpPr/>
      </dsp:nvSpPr>
      <dsp:spPr>
        <a:xfrm>
          <a:off x="0" y="2557626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592BC-EC5A-420A-96FF-5FB22EEDD7A0}">
      <dsp:nvSpPr>
        <dsp:cNvPr id="0" name=""/>
        <dsp:cNvSpPr/>
      </dsp:nvSpPr>
      <dsp:spPr>
        <a:xfrm>
          <a:off x="206057" y="2710892"/>
          <a:ext cx="374649" cy="374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6014B-2EEF-4610-943B-725752769A12}">
      <dsp:nvSpPr>
        <dsp:cNvPr id="0" name=""/>
        <dsp:cNvSpPr/>
      </dsp:nvSpPr>
      <dsp:spPr>
        <a:xfrm>
          <a:off x="786764" y="2557626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Client stores and sends token in headers.</a:t>
          </a:r>
        </a:p>
      </dsp:txBody>
      <dsp:txXfrm>
        <a:off x="786764" y="2557626"/>
        <a:ext cx="8831368" cy="681180"/>
      </dsp:txXfrm>
    </dsp:sp>
    <dsp:sp modelId="{B15E3387-4183-4275-B4DC-0800F69D630D}">
      <dsp:nvSpPr>
        <dsp:cNvPr id="0" name=""/>
        <dsp:cNvSpPr/>
      </dsp:nvSpPr>
      <dsp:spPr>
        <a:xfrm>
          <a:off x="0" y="3409102"/>
          <a:ext cx="9618133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5F2B98-6FD5-4423-93BC-89C4BE510623}">
      <dsp:nvSpPr>
        <dsp:cNvPr id="0" name=""/>
        <dsp:cNvSpPr/>
      </dsp:nvSpPr>
      <dsp:spPr>
        <a:xfrm>
          <a:off x="206057" y="3562368"/>
          <a:ext cx="374649" cy="3746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3ADD4-2851-401D-BE82-2E1611F01AA2}">
      <dsp:nvSpPr>
        <dsp:cNvPr id="0" name=""/>
        <dsp:cNvSpPr/>
      </dsp:nvSpPr>
      <dsp:spPr>
        <a:xfrm>
          <a:off x="786764" y="3409102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Filter validates token for every request.</a:t>
          </a:r>
        </a:p>
      </dsp:txBody>
      <dsp:txXfrm>
        <a:off x="786764" y="3409102"/>
        <a:ext cx="8831368" cy="6811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E6703-7DC0-41FD-874E-9C0BB7201281}">
      <dsp:nvSpPr>
        <dsp:cNvPr id="0" name=""/>
        <dsp:cNvSpPr/>
      </dsp:nvSpPr>
      <dsp:spPr>
        <a:xfrm>
          <a:off x="0" y="3198"/>
          <a:ext cx="9618133" cy="681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4DA6E-8F5A-4696-8185-FB6A8355622C}">
      <dsp:nvSpPr>
        <dsp:cNvPr id="0" name=""/>
        <dsp:cNvSpPr/>
      </dsp:nvSpPr>
      <dsp:spPr>
        <a:xfrm>
          <a:off x="206057" y="156463"/>
          <a:ext cx="374649" cy="374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68D19-E741-4F5D-B07F-55506FDFBD3B}">
      <dsp:nvSpPr>
        <dsp:cNvPr id="0" name=""/>
        <dsp:cNvSpPr/>
      </dsp:nvSpPr>
      <dsp:spPr>
        <a:xfrm>
          <a:off x="786764" y="3198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Setup: Admin handles configuration.</a:t>
          </a:r>
        </a:p>
      </dsp:txBody>
      <dsp:txXfrm>
        <a:off x="786764" y="3198"/>
        <a:ext cx="8831368" cy="681180"/>
      </dsp:txXfrm>
    </dsp:sp>
    <dsp:sp modelId="{42C52599-9D48-40A5-B010-E6C13DC8CEB1}">
      <dsp:nvSpPr>
        <dsp:cNvPr id="0" name=""/>
        <dsp:cNvSpPr/>
      </dsp:nvSpPr>
      <dsp:spPr>
        <a:xfrm>
          <a:off x="0" y="854674"/>
          <a:ext cx="9618133" cy="681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211AA-3F1B-4B0C-BDB2-CA25FC77F361}">
      <dsp:nvSpPr>
        <dsp:cNvPr id="0" name=""/>
        <dsp:cNvSpPr/>
      </dsp:nvSpPr>
      <dsp:spPr>
        <a:xfrm>
          <a:off x="206057" y="1007939"/>
          <a:ext cx="374649" cy="374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D2811-CAA3-481A-BFCB-5850113F8BEE}">
      <dsp:nvSpPr>
        <dsp:cNvPr id="0" name=""/>
        <dsp:cNvSpPr/>
      </dsp:nvSpPr>
      <dsp:spPr>
        <a:xfrm>
          <a:off x="786764" y="854674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Request: Employee submits Requisition.</a:t>
          </a:r>
        </a:p>
      </dsp:txBody>
      <dsp:txXfrm>
        <a:off x="786764" y="854674"/>
        <a:ext cx="8831368" cy="681180"/>
      </dsp:txXfrm>
    </dsp:sp>
    <dsp:sp modelId="{C3C6366F-7D5C-4475-8158-C8F0942BC1D9}">
      <dsp:nvSpPr>
        <dsp:cNvPr id="0" name=""/>
        <dsp:cNvSpPr/>
      </dsp:nvSpPr>
      <dsp:spPr>
        <a:xfrm>
          <a:off x="0" y="1706150"/>
          <a:ext cx="9618133" cy="681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27B5B2-6895-44C2-8469-40A27262991B}">
      <dsp:nvSpPr>
        <dsp:cNvPr id="0" name=""/>
        <dsp:cNvSpPr/>
      </dsp:nvSpPr>
      <dsp:spPr>
        <a:xfrm>
          <a:off x="206057" y="1859416"/>
          <a:ext cx="374649" cy="374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B9877-9A6B-40B8-B71F-1F6DC440AC1D}">
      <dsp:nvSpPr>
        <dsp:cNvPr id="0" name=""/>
        <dsp:cNvSpPr/>
      </dsp:nvSpPr>
      <dsp:spPr>
        <a:xfrm>
          <a:off x="786764" y="1706150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Approve: Manager authorizes request.</a:t>
          </a:r>
        </a:p>
      </dsp:txBody>
      <dsp:txXfrm>
        <a:off x="786764" y="1706150"/>
        <a:ext cx="8831368" cy="681180"/>
      </dsp:txXfrm>
    </dsp:sp>
    <dsp:sp modelId="{1BA1FBA6-F8B1-4083-AC54-16BB1551239C}">
      <dsp:nvSpPr>
        <dsp:cNvPr id="0" name=""/>
        <dsp:cNvSpPr/>
      </dsp:nvSpPr>
      <dsp:spPr>
        <a:xfrm>
          <a:off x="0" y="2557626"/>
          <a:ext cx="9618133" cy="681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52B45-94D0-48FF-9365-115D6602B88E}">
      <dsp:nvSpPr>
        <dsp:cNvPr id="0" name=""/>
        <dsp:cNvSpPr/>
      </dsp:nvSpPr>
      <dsp:spPr>
        <a:xfrm>
          <a:off x="206057" y="2710892"/>
          <a:ext cx="374649" cy="374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041D2-8ECD-4479-A655-B02DCCD9CB36}">
      <dsp:nvSpPr>
        <dsp:cNvPr id="0" name=""/>
        <dsp:cNvSpPr/>
      </dsp:nvSpPr>
      <dsp:spPr>
        <a:xfrm>
          <a:off x="786764" y="2557626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Order: PO generated for Vendor.</a:t>
          </a:r>
        </a:p>
      </dsp:txBody>
      <dsp:txXfrm>
        <a:off x="786764" y="2557626"/>
        <a:ext cx="8831368" cy="681180"/>
      </dsp:txXfrm>
    </dsp:sp>
    <dsp:sp modelId="{1064BF90-D4B4-4AB5-B050-1CB1BDCBB65D}">
      <dsp:nvSpPr>
        <dsp:cNvPr id="0" name=""/>
        <dsp:cNvSpPr/>
      </dsp:nvSpPr>
      <dsp:spPr>
        <a:xfrm>
          <a:off x="0" y="3409102"/>
          <a:ext cx="9618133" cy="681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4F68E-07AB-4311-A4A1-74D86810D849}">
      <dsp:nvSpPr>
        <dsp:cNvPr id="0" name=""/>
        <dsp:cNvSpPr/>
      </dsp:nvSpPr>
      <dsp:spPr>
        <a:xfrm>
          <a:off x="206057" y="3562368"/>
          <a:ext cx="374649" cy="3746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A48C8-80A1-4D54-B125-C12804B3C95F}">
      <dsp:nvSpPr>
        <dsp:cNvPr id="0" name=""/>
        <dsp:cNvSpPr/>
      </dsp:nvSpPr>
      <dsp:spPr>
        <a:xfrm>
          <a:off x="786764" y="3409102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Fulfill: Vendor provides goods; Performance is rated.</a:t>
          </a:r>
        </a:p>
      </dsp:txBody>
      <dsp:txXfrm>
        <a:off x="786764" y="3409102"/>
        <a:ext cx="8831368" cy="6811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B51F1D-C70F-4C7E-82AB-EC755EA41E5D}">
      <dsp:nvSpPr>
        <dsp:cNvPr id="0" name=""/>
        <dsp:cNvSpPr/>
      </dsp:nvSpPr>
      <dsp:spPr>
        <a:xfrm>
          <a:off x="492265" y="812888"/>
          <a:ext cx="1243085" cy="12430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AB4B8-C965-4C6E-8CE0-5B36B8C5A9D2}">
      <dsp:nvSpPr>
        <dsp:cNvPr id="0" name=""/>
        <dsp:cNvSpPr/>
      </dsp:nvSpPr>
      <dsp:spPr>
        <a:xfrm>
          <a:off x="757185" y="1077808"/>
          <a:ext cx="713245" cy="7132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9FF9E-F17E-418C-AC5C-B6B510932BB9}">
      <dsp:nvSpPr>
        <dsp:cNvPr id="0" name=""/>
        <dsp:cNvSpPr/>
      </dsp:nvSpPr>
      <dsp:spPr>
        <a:xfrm>
          <a:off x="94885" y="2443163"/>
          <a:ext cx="20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Admin: Config, User/Vendor management.</a:t>
          </a:r>
        </a:p>
      </dsp:txBody>
      <dsp:txXfrm>
        <a:off x="94885" y="2443163"/>
        <a:ext cx="2037844" cy="720000"/>
      </dsp:txXfrm>
    </dsp:sp>
    <dsp:sp modelId="{643A319E-E7E2-41B5-8665-4CDB07F293D5}">
      <dsp:nvSpPr>
        <dsp:cNvPr id="0" name=""/>
        <dsp:cNvSpPr/>
      </dsp:nvSpPr>
      <dsp:spPr>
        <a:xfrm>
          <a:off x="2886732" y="812888"/>
          <a:ext cx="1243085" cy="12430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21122-9C6D-452B-91C6-1C80A60D905B}">
      <dsp:nvSpPr>
        <dsp:cNvPr id="0" name=""/>
        <dsp:cNvSpPr/>
      </dsp:nvSpPr>
      <dsp:spPr>
        <a:xfrm>
          <a:off x="3151652" y="1077808"/>
          <a:ext cx="713245" cy="7132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B8C07-2059-431C-AB74-FB423096B917}">
      <dsp:nvSpPr>
        <dsp:cNvPr id="0" name=""/>
        <dsp:cNvSpPr/>
      </dsp:nvSpPr>
      <dsp:spPr>
        <a:xfrm>
          <a:off x="2489352" y="2443163"/>
          <a:ext cx="20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Procurement Manager: Reviews and PO management.</a:t>
          </a:r>
        </a:p>
      </dsp:txBody>
      <dsp:txXfrm>
        <a:off x="2489352" y="2443163"/>
        <a:ext cx="2037844" cy="720000"/>
      </dsp:txXfrm>
    </dsp:sp>
    <dsp:sp modelId="{2E1EE98F-6378-4835-8299-2525EEBB9E27}">
      <dsp:nvSpPr>
        <dsp:cNvPr id="0" name=""/>
        <dsp:cNvSpPr/>
      </dsp:nvSpPr>
      <dsp:spPr>
        <a:xfrm>
          <a:off x="5281199" y="812888"/>
          <a:ext cx="1243085" cy="12430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72FFB-43F8-4A3A-AE0C-C56D36CC2052}">
      <dsp:nvSpPr>
        <dsp:cNvPr id="0" name=""/>
        <dsp:cNvSpPr/>
      </dsp:nvSpPr>
      <dsp:spPr>
        <a:xfrm>
          <a:off x="5546119" y="1077808"/>
          <a:ext cx="713245" cy="7132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938E8-20CE-4160-B5BF-DC77ABA043FC}">
      <dsp:nvSpPr>
        <dsp:cNvPr id="0" name=""/>
        <dsp:cNvSpPr/>
      </dsp:nvSpPr>
      <dsp:spPr>
        <a:xfrm>
          <a:off x="4883819" y="2443163"/>
          <a:ext cx="20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Employee: Creation of material requests.</a:t>
          </a:r>
        </a:p>
      </dsp:txBody>
      <dsp:txXfrm>
        <a:off x="4883819" y="2443163"/>
        <a:ext cx="2037844" cy="720000"/>
      </dsp:txXfrm>
    </dsp:sp>
    <dsp:sp modelId="{D0D843CA-510D-42AD-A216-8F2BEE35D205}">
      <dsp:nvSpPr>
        <dsp:cNvPr id="0" name=""/>
        <dsp:cNvSpPr/>
      </dsp:nvSpPr>
      <dsp:spPr>
        <a:xfrm>
          <a:off x="7675666" y="812888"/>
          <a:ext cx="1243085" cy="12430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28376-7AD1-454A-BB03-2612BA0CFB72}">
      <dsp:nvSpPr>
        <dsp:cNvPr id="0" name=""/>
        <dsp:cNvSpPr/>
      </dsp:nvSpPr>
      <dsp:spPr>
        <a:xfrm>
          <a:off x="7940586" y="1077808"/>
          <a:ext cx="713245" cy="7132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8D856-3EE3-4EF9-A90C-B3B6E785C36D}">
      <dsp:nvSpPr>
        <dsp:cNvPr id="0" name=""/>
        <dsp:cNvSpPr/>
      </dsp:nvSpPr>
      <dsp:spPr>
        <a:xfrm>
          <a:off x="7278286" y="2443163"/>
          <a:ext cx="20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Vendor: Compliance and fulfillment.</a:t>
          </a:r>
        </a:p>
      </dsp:txBody>
      <dsp:txXfrm>
        <a:off x="7278286" y="2443163"/>
        <a:ext cx="2037844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BEEC1-B28B-472A-961B-BAC37B85B42F}">
      <dsp:nvSpPr>
        <dsp:cNvPr id="0" name=""/>
        <dsp:cNvSpPr/>
      </dsp:nvSpPr>
      <dsp:spPr>
        <a:xfrm>
          <a:off x="0" y="401"/>
          <a:ext cx="10906125" cy="93866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98BAD-608D-48D1-B6FC-A5704877D1BB}">
      <dsp:nvSpPr>
        <dsp:cNvPr id="0" name=""/>
        <dsp:cNvSpPr/>
      </dsp:nvSpPr>
      <dsp:spPr>
        <a:xfrm>
          <a:off x="283945" y="211600"/>
          <a:ext cx="516264" cy="5162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44BC0-22C8-4768-A4F9-84C282B25FC0}">
      <dsp:nvSpPr>
        <dsp:cNvPr id="0" name=""/>
        <dsp:cNvSpPr/>
      </dsp:nvSpPr>
      <dsp:spPr>
        <a:xfrm>
          <a:off x="1084156" y="401"/>
          <a:ext cx="9821968" cy="938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342" tIns="99342" rIns="99342" bIns="993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DRAFT -&gt; PENDING -&gt; APPROVED</a:t>
          </a:r>
        </a:p>
      </dsp:txBody>
      <dsp:txXfrm>
        <a:off x="1084156" y="401"/>
        <a:ext cx="9821968" cy="938663"/>
      </dsp:txXfrm>
    </dsp:sp>
    <dsp:sp modelId="{20FA5FEC-013C-4A44-8E82-F7F593BC5402}">
      <dsp:nvSpPr>
        <dsp:cNvPr id="0" name=""/>
        <dsp:cNvSpPr/>
      </dsp:nvSpPr>
      <dsp:spPr>
        <a:xfrm>
          <a:off x="0" y="1173730"/>
          <a:ext cx="10906125" cy="93866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10FAC-4FA3-4ABE-9F52-8A94304FF3BC}">
      <dsp:nvSpPr>
        <dsp:cNvPr id="0" name=""/>
        <dsp:cNvSpPr/>
      </dsp:nvSpPr>
      <dsp:spPr>
        <a:xfrm>
          <a:off x="283945" y="1384930"/>
          <a:ext cx="516264" cy="5162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67CF0-D50E-46AF-ADAC-F59E5AA64B1F}">
      <dsp:nvSpPr>
        <dsp:cNvPr id="0" name=""/>
        <dsp:cNvSpPr/>
      </dsp:nvSpPr>
      <dsp:spPr>
        <a:xfrm>
          <a:off x="1084156" y="1173730"/>
          <a:ext cx="9821968" cy="938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342" tIns="99342" rIns="99342" bIns="993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PO_CREATED -&gt; COMPLETED</a:t>
          </a:r>
        </a:p>
      </dsp:txBody>
      <dsp:txXfrm>
        <a:off x="1084156" y="1173730"/>
        <a:ext cx="9821968" cy="938663"/>
      </dsp:txXfrm>
    </dsp:sp>
    <dsp:sp modelId="{6DF95E6D-A482-4E98-89E0-F95408C3FF73}">
      <dsp:nvSpPr>
        <dsp:cNvPr id="0" name=""/>
        <dsp:cNvSpPr/>
      </dsp:nvSpPr>
      <dsp:spPr>
        <a:xfrm>
          <a:off x="0" y="2347060"/>
          <a:ext cx="10906125" cy="93866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9E9D4A-F88F-4805-9D78-2E2F17A2E67E}">
      <dsp:nvSpPr>
        <dsp:cNvPr id="0" name=""/>
        <dsp:cNvSpPr/>
      </dsp:nvSpPr>
      <dsp:spPr>
        <a:xfrm>
          <a:off x="283945" y="2558259"/>
          <a:ext cx="516264" cy="5162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855B7-4BAA-4392-B702-AE4B69721BF6}">
      <dsp:nvSpPr>
        <dsp:cNvPr id="0" name=""/>
        <dsp:cNvSpPr/>
      </dsp:nvSpPr>
      <dsp:spPr>
        <a:xfrm>
          <a:off x="1084156" y="2347060"/>
          <a:ext cx="9821968" cy="938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342" tIns="99342" rIns="99342" bIns="993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REJECTED (with comments)</a:t>
          </a:r>
        </a:p>
      </dsp:txBody>
      <dsp:txXfrm>
        <a:off x="1084156" y="2347060"/>
        <a:ext cx="9821968" cy="9386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536D92-733B-4E90-9ECC-4DBEFB6CA93A}">
      <dsp:nvSpPr>
        <dsp:cNvPr id="0" name=""/>
        <dsp:cNvSpPr/>
      </dsp:nvSpPr>
      <dsp:spPr>
        <a:xfrm>
          <a:off x="0" y="1698"/>
          <a:ext cx="9618133" cy="86107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C521F-319C-4FA7-8217-0F134C3AE04F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E7D07-25F3-4A70-BF43-2397A15F526F}">
      <dsp:nvSpPr>
        <dsp:cNvPr id="0" name=""/>
        <dsp:cNvSpPr/>
      </dsp:nvSpPr>
      <dsp:spPr>
        <a:xfrm>
          <a:off x="994536" y="1698"/>
          <a:ext cx="8623596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Auth: /</a:t>
          </a:r>
          <a:r>
            <a:rPr lang="en-US" sz="2200" kern="1200" dirty="0" err="1"/>
            <a:t>api</a:t>
          </a:r>
          <a:r>
            <a:rPr lang="en-US" sz="2200" kern="1200" dirty="0"/>
            <a:t>/auth/login, /</a:t>
          </a:r>
          <a:r>
            <a:rPr lang="en-US" sz="2200" kern="1200" dirty="0" err="1"/>
            <a:t>api</a:t>
          </a:r>
          <a:r>
            <a:rPr lang="en-US" sz="2200" kern="1200" dirty="0"/>
            <a:t>/auth/register</a:t>
          </a:r>
        </a:p>
      </dsp:txBody>
      <dsp:txXfrm>
        <a:off x="994536" y="1698"/>
        <a:ext cx="8623596" cy="861070"/>
      </dsp:txXfrm>
    </dsp:sp>
    <dsp:sp modelId="{8EEC9399-D587-49DF-82D5-41A689AE93F9}">
      <dsp:nvSpPr>
        <dsp:cNvPr id="0" name=""/>
        <dsp:cNvSpPr/>
      </dsp:nvSpPr>
      <dsp:spPr>
        <a:xfrm>
          <a:off x="0" y="1078036"/>
          <a:ext cx="9618133" cy="86107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5AE227-FBD0-4E16-8151-5A7A962BC943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C48E0-D69C-4049-93F3-BF2D6204162E}">
      <dsp:nvSpPr>
        <dsp:cNvPr id="0" name=""/>
        <dsp:cNvSpPr/>
      </dsp:nvSpPr>
      <dsp:spPr>
        <a:xfrm>
          <a:off x="994536" y="1078036"/>
          <a:ext cx="8623596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Vendors: /vendor/all, /vendor/register</a:t>
          </a:r>
        </a:p>
      </dsp:txBody>
      <dsp:txXfrm>
        <a:off x="994536" y="1078036"/>
        <a:ext cx="8623596" cy="861070"/>
      </dsp:txXfrm>
    </dsp:sp>
    <dsp:sp modelId="{2AF278EA-D8F4-47B0-8737-0DBD5A5A8BFC}">
      <dsp:nvSpPr>
        <dsp:cNvPr id="0" name=""/>
        <dsp:cNvSpPr/>
      </dsp:nvSpPr>
      <dsp:spPr>
        <a:xfrm>
          <a:off x="0" y="2154374"/>
          <a:ext cx="9618133" cy="86107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D2CE7-A9E5-4066-8BD6-094170AEA5E7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9B47C-C1AD-4777-A985-7EECE9530404}">
      <dsp:nvSpPr>
        <dsp:cNvPr id="0" name=""/>
        <dsp:cNvSpPr/>
      </dsp:nvSpPr>
      <dsp:spPr>
        <a:xfrm>
          <a:off x="994536" y="2154374"/>
          <a:ext cx="8623596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Requisitions: /requisition/create, /requisition/list</a:t>
          </a:r>
        </a:p>
      </dsp:txBody>
      <dsp:txXfrm>
        <a:off x="994536" y="2154374"/>
        <a:ext cx="8623596" cy="861070"/>
      </dsp:txXfrm>
    </dsp:sp>
    <dsp:sp modelId="{204E48E2-EE30-42BB-81DB-9BD591364C0C}">
      <dsp:nvSpPr>
        <dsp:cNvPr id="0" name=""/>
        <dsp:cNvSpPr/>
      </dsp:nvSpPr>
      <dsp:spPr>
        <a:xfrm>
          <a:off x="0" y="3230712"/>
          <a:ext cx="9618133" cy="86107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AA4140-A173-4A00-B547-66D753625A07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B7877-A1DD-4837-BAE5-8F22FBA6CB6F}">
      <dsp:nvSpPr>
        <dsp:cNvPr id="0" name=""/>
        <dsp:cNvSpPr/>
      </dsp:nvSpPr>
      <dsp:spPr>
        <a:xfrm>
          <a:off x="994536" y="3230712"/>
          <a:ext cx="8623596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Reports: /reports/vendor, /reports/procurement</a:t>
          </a:r>
        </a:p>
      </dsp:txBody>
      <dsp:txXfrm>
        <a:off x="994536" y="3230712"/>
        <a:ext cx="8623596" cy="8610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ABCC1-3DF8-4B89-BCCB-034838275560}">
      <dsp:nvSpPr>
        <dsp:cNvPr id="0" name=""/>
        <dsp:cNvSpPr/>
      </dsp:nvSpPr>
      <dsp:spPr>
        <a:xfrm>
          <a:off x="32053" y="331299"/>
          <a:ext cx="1242866" cy="12428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C01D3C-7BDB-4BE5-BC04-80FF8BF5A921}">
      <dsp:nvSpPr>
        <dsp:cNvPr id="0" name=""/>
        <dsp:cNvSpPr/>
      </dsp:nvSpPr>
      <dsp:spPr>
        <a:xfrm>
          <a:off x="293055" y="592301"/>
          <a:ext cx="720862" cy="7208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340E06-9B1A-4A2F-9367-05A1873088F6}">
      <dsp:nvSpPr>
        <dsp:cNvPr id="0" name=""/>
        <dsp:cNvSpPr/>
      </dsp:nvSpPr>
      <dsp:spPr>
        <a:xfrm>
          <a:off x="1541248" y="331299"/>
          <a:ext cx="2929613" cy="1242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Global Handler: @ControllerAdvice.</a:t>
          </a:r>
        </a:p>
      </dsp:txBody>
      <dsp:txXfrm>
        <a:off x="1541248" y="331299"/>
        <a:ext cx="2929613" cy="1242866"/>
      </dsp:txXfrm>
    </dsp:sp>
    <dsp:sp modelId="{626C02D1-E1E8-4AEC-B376-5D6C4261D521}">
      <dsp:nvSpPr>
        <dsp:cNvPr id="0" name=""/>
        <dsp:cNvSpPr/>
      </dsp:nvSpPr>
      <dsp:spPr>
        <a:xfrm>
          <a:off x="4981324" y="331299"/>
          <a:ext cx="1242866" cy="12428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456D6-CA15-4393-81DD-7CB5534A45E4}">
      <dsp:nvSpPr>
        <dsp:cNvPr id="0" name=""/>
        <dsp:cNvSpPr/>
      </dsp:nvSpPr>
      <dsp:spPr>
        <a:xfrm>
          <a:off x="5242326" y="592301"/>
          <a:ext cx="720862" cy="7208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DD500-A321-41CD-86DD-18BAB27E5E67}">
      <dsp:nvSpPr>
        <dsp:cNvPr id="0" name=""/>
        <dsp:cNvSpPr/>
      </dsp:nvSpPr>
      <dsp:spPr>
        <a:xfrm>
          <a:off x="6490519" y="331299"/>
          <a:ext cx="2929613" cy="1242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Custom Exceptions: </a:t>
          </a:r>
          <a:r>
            <a:rPr lang="en-US" sz="2000" kern="1200" dirty="0" err="1"/>
            <a:t>BusinessException</a:t>
          </a:r>
          <a:r>
            <a:rPr lang="en-US" sz="2000" kern="1200" dirty="0"/>
            <a:t>, </a:t>
          </a:r>
          <a:r>
            <a:rPr lang="en-US" sz="2000" kern="1200" dirty="0" err="1"/>
            <a:t>NotFound</a:t>
          </a:r>
          <a:r>
            <a:rPr lang="en-US" sz="2000" kern="1200" dirty="0"/>
            <a:t>.</a:t>
          </a:r>
        </a:p>
      </dsp:txBody>
      <dsp:txXfrm>
        <a:off x="6490519" y="331299"/>
        <a:ext cx="2929613" cy="1242866"/>
      </dsp:txXfrm>
    </dsp:sp>
    <dsp:sp modelId="{997B408F-6020-4002-AFD4-A3CB5E086CB5}">
      <dsp:nvSpPr>
        <dsp:cNvPr id="0" name=""/>
        <dsp:cNvSpPr/>
      </dsp:nvSpPr>
      <dsp:spPr>
        <a:xfrm>
          <a:off x="32053" y="2219005"/>
          <a:ext cx="1242866" cy="12428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AB7BE-C784-4390-93B2-6D74F67114E8}">
      <dsp:nvSpPr>
        <dsp:cNvPr id="0" name=""/>
        <dsp:cNvSpPr/>
      </dsp:nvSpPr>
      <dsp:spPr>
        <a:xfrm>
          <a:off x="293055" y="2480006"/>
          <a:ext cx="720862" cy="7208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42160-25FA-42E1-BAA0-B05F85F5B649}">
      <dsp:nvSpPr>
        <dsp:cNvPr id="0" name=""/>
        <dsp:cNvSpPr/>
      </dsp:nvSpPr>
      <dsp:spPr>
        <a:xfrm>
          <a:off x="1541248" y="2219005"/>
          <a:ext cx="2929613" cy="1242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Structured JSON: Timestamp, Status, Message, Path.</a:t>
          </a:r>
        </a:p>
      </dsp:txBody>
      <dsp:txXfrm>
        <a:off x="1541248" y="2219005"/>
        <a:ext cx="2929613" cy="1242866"/>
      </dsp:txXfrm>
    </dsp:sp>
    <dsp:sp modelId="{AEC40141-7153-407D-84B1-1785A6CE55CD}">
      <dsp:nvSpPr>
        <dsp:cNvPr id="0" name=""/>
        <dsp:cNvSpPr/>
      </dsp:nvSpPr>
      <dsp:spPr>
        <a:xfrm>
          <a:off x="4981324" y="2219005"/>
          <a:ext cx="1242866" cy="12428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48BE7-A354-4134-A715-C50C20D63B93}">
      <dsp:nvSpPr>
        <dsp:cNvPr id="0" name=""/>
        <dsp:cNvSpPr/>
      </dsp:nvSpPr>
      <dsp:spPr>
        <a:xfrm>
          <a:off x="5242326" y="2480006"/>
          <a:ext cx="720862" cy="72086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5BCC8-0009-45AC-A024-174535C59021}">
      <dsp:nvSpPr>
        <dsp:cNvPr id="0" name=""/>
        <dsp:cNvSpPr/>
      </dsp:nvSpPr>
      <dsp:spPr>
        <a:xfrm>
          <a:off x="6490519" y="2219005"/>
          <a:ext cx="2929613" cy="1242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 HTTP Codes: 401, 403, 404, 500.</a:t>
          </a:r>
        </a:p>
      </dsp:txBody>
      <dsp:txXfrm>
        <a:off x="6490519" y="2219005"/>
        <a:ext cx="2929613" cy="12428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44C9C-E714-43BB-8357-3C19745E6A52}">
      <dsp:nvSpPr>
        <dsp:cNvPr id="0" name=""/>
        <dsp:cNvSpPr/>
      </dsp:nvSpPr>
      <dsp:spPr>
        <a:xfrm>
          <a:off x="0" y="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Database: Setup MySQL and update properties.</a:t>
          </a:r>
        </a:p>
      </dsp:txBody>
      <dsp:txXfrm>
        <a:off x="26377" y="26377"/>
        <a:ext cx="6646626" cy="847812"/>
      </dsp:txXfrm>
    </dsp:sp>
    <dsp:sp modelId="{50BD76FB-6E33-4D9D-9245-49F87FF6F8A8}">
      <dsp:nvSpPr>
        <dsp:cNvPr id="0" name=""/>
        <dsp:cNvSpPr/>
      </dsp:nvSpPr>
      <dsp:spPr>
        <a:xfrm>
          <a:off x="644414" y="106430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Build: Run '</a:t>
          </a:r>
          <a:r>
            <a:rPr lang="en-US" sz="2400" kern="1200" dirty="0" err="1"/>
            <a:t>mvn</a:t>
          </a:r>
          <a:r>
            <a:rPr lang="en-US" sz="2400" kern="1200" dirty="0"/>
            <a:t> clean install'.</a:t>
          </a:r>
        </a:p>
      </dsp:txBody>
      <dsp:txXfrm>
        <a:off x="670791" y="1090682"/>
        <a:ext cx="6411969" cy="847812"/>
      </dsp:txXfrm>
    </dsp:sp>
    <dsp:sp modelId="{3D9894B7-41FD-451D-AADD-607DEB079DDD}">
      <dsp:nvSpPr>
        <dsp:cNvPr id="0" name=""/>
        <dsp:cNvSpPr/>
      </dsp:nvSpPr>
      <dsp:spPr>
        <a:xfrm>
          <a:off x="1279211" y="212861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Execution: Run java file '</a:t>
          </a:r>
          <a:r>
            <a:rPr lang="en-IN" sz="2400" kern="1200"/>
            <a:t>ProcurementApplication.java</a:t>
          </a:r>
          <a:r>
            <a:rPr lang="en-US" sz="2400" kern="1200"/>
            <a:t>'.</a:t>
          </a:r>
        </a:p>
      </dsp:txBody>
      <dsp:txXfrm>
        <a:off x="1305588" y="2154987"/>
        <a:ext cx="6421587" cy="847812"/>
      </dsp:txXfrm>
    </dsp:sp>
    <dsp:sp modelId="{F0FADEC0-1652-4D59-8C61-85655F7FA9B4}">
      <dsp:nvSpPr>
        <dsp:cNvPr id="0" name=""/>
        <dsp:cNvSpPr/>
      </dsp:nvSpPr>
      <dsp:spPr>
        <a:xfrm>
          <a:off x="1923626" y="319291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Init: DataInitializer populates roles.</a:t>
          </a:r>
        </a:p>
      </dsp:txBody>
      <dsp:txXfrm>
        <a:off x="1950003" y="3219292"/>
        <a:ext cx="6411969" cy="847812"/>
      </dsp:txXfrm>
    </dsp:sp>
    <dsp:sp modelId="{4AE1F31C-D3C2-448E-8FA0-F7A3D862F249}">
      <dsp:nvSpPr>
        <dsp:cNvPr id="0" name=""/>
        <dsp:cNvSpPr/>
      </dsp:nvSpPr>
      <dsp:spPr>
        <a:xfrm>
          <a:off x="7109138" y="689751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240846" y="689751"/>
        <a:ext cx="321951" cy="440489"/>
      </dsp:txXfrm>
    </dsp:sp>
    <dsp:sp modelId="{686E2FA4-CE51-424E-B69E-C87CFB5310B4}">
      <dsp:nvSpPr>
        <dsp:cNvPr id="0" name=""/>
        <dsp:cNvSpPr/>
      </dsp:nvSpPr>
      <dsp:spPr>
        <a:xfrm>
          <a:off x="7753553" y="1754057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-2000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885261" y="1754057"/>
        <a:ext cx="321951" cy="440489"/>
      </dsp:txXfrm>
    </dsp:sp>
    <dsp:sp modelId="{033272AF-4BEF-49D9-A36D-E211BB44C19C}">
      <dsp:nvSpPr>
        <dsp:cNvPr id="0" name=""/>
        <dsp:cNvSpPr/>
      </dsp:nvSpPr>
      <dsp:spPr>
        <a:xfrm>
          <a:off x="8388350" y="2818362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520058" y="2818362"/>
        <a:ext cx="321951" cy="44048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62A97-F7FB-4B31-80A7-C72643D8A4B9}">
      <dsp:nvSpPr>
        <dsp:cNvPr id="0" name=""/>
        <dsp:cNvSpPr/>
      </dsp:nvSpPr>
      <dsp:spPr>
        <a:xfrm>
          <a:off x="664422" y="986235"/>
          <a:ext cx="917323" cy="9173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37FE4-8BCF-41FB-AFE8-763A30EFC36F}">
      <dsp:nvSpPr>
        <dsp:cNvPr id="0" name=""/>
        <dsp:cNvSpPr/>
      </dsp:nvSpPr>
      <dsp:spPr>
        <a:xfrm>
          <a:off x="103836" y="2224726"/>
          <a:ext cx="2038495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Automated PO Generation.</a:t>
          </a:r>
        </a:p>
      </dsp:txBody>
      <dsp:txXfrm>
        <a:off x="103836" y="2224726"/>
        <a:ext cx="2038495" cy="900000"/>
      </dsp:txXfrm>
    </dsp:sp>
    <dsp:sp modelId="{4496A22D-676E-4B9B-95AC-B4C5D0C86D25}">
      <dsp:nvSpPr>
        <dsp:cNvPr id="0" name=""/>
        <dsp:cNvSpPr/>
      </dsp:nvSpPr>
      <dsp:spPr>
        <a:xfrm>
          <a:off x="3059655" y="986235"/>
          <a:ext cx="917323" cy="9173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958FF-BB72-4843-9B25-FA0EFDB4B467}">
      <dsp:nvSpPr>
        <dsp:cNvPr id="0" name=""/>
        <dsp:cNvSpPr/>
      </dsp:nvSpPr>
      <dsp:spPr>
        <a:xfrm>
          <a:off x="2499068" y="2224726"/>
          <a:ext cx="2038495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Audit Trail: Detailed logging of approvals.</a:t>
          </a:r>
        </a:p>
      </dsp:txBody>
      <dsp:txXfrm>
        <a:off x="2499068" y="2224726"/>
        <a:ext cx="2038495" cy="900000"/>
      </dsp:txXfrm>
    </dsp:sp>
    <dsp:sp modelId="{489E0D55-4881-47FA-BB6B-A90F0A56980A}">
      <dsp:nvSpPr>
        <dsp:cNvPr id="0" name=""/>
        <dsp:cNvSpPr/>
      </dsp:nvSpPr>
      <dsp:spPr>
        <a:xfrm>
          <a:off x="5454887" y="986235"/>
          <a:ext cx="917323" cy="9173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BD491-2940-4DC1-80E4-24B50F8C2032}">
      <dsp:nvSpPr>
        <dsp:cNvPr id="0" name=""/>
        <dsp:cNvSpPr/>
      </dsp:nvSpPr>
      <dsp:spPr>
        <a:xfrm>
          <a:off x="4894301" y="2224726"/>
          <a:ext cx="2038495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Reporting: Export to PDF &amp; Excel.</a:t>
          </a:r>
        </a:p>
      </dsp:txBody>
      <dsp:txXfrm>
        <a:off x="4894301" y="2224726"/>
        <a:ext cx="2038495" cy="900000"/>
      </dsp:txXfrm>
    </dsp:sp>
    <dsp:sp modelId="{35719449-9C91-4AAE-81E4-C8840C29FB8E}">
      <dsp:nvSpPr>
        <dsp:cNvPr id="0" name=""/>
        <dsp:cNvSpPr/>
      </dsp:nvSpPr>
      <dsp:spPr>
        <a:xfrm>
          <a:off x="7850120" y="986235"/>
          <a:ext cx="917323" cy="9173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15380-C632-4B58-8DDC-12BE3E00E3B7}">
      <dsp:nvSpPr>
        <dsp:cNvPr id="0" name=""/>
        <dsp:cNvSpPr/>
      </dsp:nvSpPr>
      <dsp:spPr>
        <a:xfrm>
          <a:off x="7289533" y="2224726"/>
          <a:ext cx="2038495" cy="90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Vendor Performance Metrics.</a:t>
          </a:r>
        </a:p>
      </dsp:txBody>
      <dsp:txXfrm>
        <a:off x="7289533" y="2224726"/>
        <a:ext cx="2038495" cy="90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A331F-11D4-4D8B-B8A1-75FF57FAFA80}">
      <dsp:nvSpPr>
        <dsp:cNvPr id="0" name=""/>
        <dsp:cNvSpPr/>
      </dsp:nvSpPr>
      <dsp:spPr>
        <a:xfrm>
          <a:off x="913565" y="1025933"/>
          <a:ext cx="925324" cy="9253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67C98-0C1F-4116-83DF-6FAD13187CD8}">
      <dsp:nvSpPr>
        <dsp:cNvPr id="0" name=""/>
        <dsp:cNvSpPr/>
      </dsp:nvSpPr>
      <dsp:spPr>
        <a:xfrm>
          <a:off x="348089" y="2257548"/>
          <a:ext cx="205627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File Storage: Local instead of Cloud (S3).</a:t>
          </a:r>
        </a:p>
      </dsp:txBody>
      <dsp:txXfrm>
        <a:off x="348089" y="2257548"/>
        <a:ext cx="2056275" cy="810000"/>
      </dsp:txXfrm>
    </dsp:sp>
    <dsp:sp modelId="{64BAB439-F40A-4731-B4BF-1D666A399159}">
      <dsp:nvSpPr>
        <dsp:cNvPr id="0" name=""/>
        <dsp:cNvSpPr/>
      </dsp:nvSpPr>
      <dsp:spPr>
        <a:xfrm>
          <a:off x="3329689" y="1025933"/>
          <a:ext cx="925324" cy="9253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59670-6E07-4468-B646-A78B641DC1F9}">
      <dsp:nvSpPr>
        <dsp:cNvPr id="0" name=""/>
        <dsp:cNvSpPr/>
      </dsp:nvSpPr>
      <dsp:spPr>
        <a:xfrm>
          <a:off x="2764213" y="2257548"/>
          <a:ext cx="205627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Analytics: Basic vs Predictive Spend.</a:t>
          </a:r>
        </a:p>
      </dsp:txBody>
      <dsp:txXfrm>
        <a:off x="2764213" y="2257548"/>
        <a:ext cx="2056275" cy="810000"/>
      </dsp:txXfrm>
    </dsp:sp>
    <dsp:sp modelId="{3316CCD1-66C6-4564-8673-D9EBE077DD22}">
      <dsp:nvSpPr>
        <dsp:cNvPr id="0" name=""/>
        <dsp:cNvSpPr/>
      </dsp:nvSpPr>
      <dsp:spPr>
        <a:xfrm>
          <a:off x="5745813" y="1025933"/>
          <a:ext cx="925324" cy="9253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9AF36-F03F-45E4-818B-975F0DC2ACB9}">
      <dsp:nvSpPr>
        <dsp:cNvPr id="0" name=""/>
        <dsp:cNvSpPr/>
      </dsp:nvSpPr>
      <dsp:spPr>
        <a:xfrm>
          <a:off x="5180337" y="2257548"/>
          <a:ext cx="205627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Messaging: No built-in chat system.</a:t>
          </a:r>
        </a:p>
      </dsp:txBody>
      <dsp:txXfrm>
        <a:off x="5180337" y="2257548"/>
        <a:ext cx="2056275" cy="810000"/>
      </dsp:txXfrm>
    </dsp:sp>
    <dsp:sp modelId="{73C73804-9DA8-426A-8D78-B573079F3D2E}">
      <dsp:nvSpPr>
        <dsp:cNvPr id="0" name=""/>
        <dsp:cNvSpPr/>
      </dsp:nvSpPr>
      <dsp:spPr>
        <a:xfrm>
          <a:off x="8161937" y="1025933"/>
          <a:ext cx="925324" cy="9253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B218B-987A-48B8-BBD0-C78B9B9BBE49}">
      <dsp:nvSpPr>
        <dsp:cNvPr id="0" name=""/>
        <dsp:cNvSpPr/>
      </dsp:nvSpPr>
      <dsp:spPr>
        <a:xfrm>
          <a:off x="7596461" y="2257548"/>
          <a:ext cx="205627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Compliance: Manual document verification.</a:t>
          </a:r>
        </a:p>
      </dsp:txBody>
      <dsp:txXfrm>
        <a:off x="7596461" y="2257548"/>
        <a:ext cx="2056275" cy="81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3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4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73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3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5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9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8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5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3936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38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9236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68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1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359" y="1115274"/>
            <a:ext cx="8522207" cy="180901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rgbClr val="FFFFFF"/>
                </a:solidFill>
              </a:rPr>
              <a:t>Java Based Smart Procurement &amp; Vendor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91904" y="3276258"/>
            <a:ext cx="5496127" cy="1220797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9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</a:rPr>
              <a:t>Streamlining Procurement Through Automation and Security</a:t>
            </a:r>
          </a:p>
          <a:p>
            <a:pPr algn="l">
              <a:lnSpc>
                <a:spcPct val="9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</a:rPr>
              <a:t>Presenter: Shivam Kumar Gupta</a:t>
            </a:r>
          </a:p>
          <a:p>
            <a:pPr algn="l">
              <a:lnSpc>
                <a:spcPct val="9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</a:rPr>
              <a:t>Email: kumarshivamgupta77@gmail.com</a:t>
            </a:r>
          </a:p>
          <a:p>
            <a:pPr algn="l">
              <a:lnSpc>
                <a:spcPct val="9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</a:rPr>
              <a:t>Date: February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396B9F-5C2A-49DF-3A66-10744045F725}"/>
              </a:ext>
            </a:extLst>
          </p:cNvPr>
          <p:cNvSpPr txBox="1"/>
          <p:nvPr/>
        </p:nvSpPr>
        <p:spPr>
          <a:xfrm>
            <a:off x="2457271" y="4828032"/>
            <a:ext cx="6091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Infosys Springboard Virtual Internship 6.0</a:t>
            </a:r>
          </a:p>
          <a:p>
            <a:pPr algn="ctr"/>
            <a:r>
              <a:rPr lang="en-US" sz="2400" dirty="0"/>
              <a:t>Batch 11-7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624906" cy="3021011"/>
          </a:xfrm>
        </p:spPr>
        <p:txBody>
          <a:bodyPr>
            <a:normAutofit/>
          </a:bodyPr>
          <a:lstStyle/>
          <a:p>
            <a:r>
              <a:rPr sz="2400" dirty="0"/>
              <a:t>Manual Processes: Tedious paperwork for requisitions.</a:t>
            </a:r>
          </a:p>
          <a:p>
            <a:r>
              <a:rPr sz="2400" dirty="0"/>
              <a:t>Lack of Transparency: Difficulty in tracking vendor performance.</a:t>
            </a:r>
          </a:p>
          <a:p>
            <a:r>
              <a:rPr sz="2400" dirty="0"/>
              <a:t>Data Silos: Data scattered across spreadsheets.</a:t>
            </a:r>
          </a:p>
          <a:p>
            <a:r>
              <a:rPr sz="2400" dirty="0"/>
              <a:t>Security Risks: Unauthorized access to sensitive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6551" y="609600"/>
            <a:ext cx="2802951" cy="1320800"/>
          </a:xfrm>
        </p:spPr>
        <p:txBody>
          <a:bodyPr>
            <a:normAutofit/>
          </a:bodyPr>
          <a:lstStyle/>
          <a:p>
            <a:r>
              <a:rPr sz="4800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172" y="2160590"/>
            <a:ext cx="4413867" cy="3880773"/>
          </a:xfrm>
        </p:spPr>
        <p:txBody>
          <a:bodyPr>
            <a:normAutofit/>
          </a:bodyPr>
          <a:lstStyle/>
          <a:p>
            <a:r>
              <a:rPr sz="2000" dirty="0"/>
              <a:t>Centralized Platform: Unified Requisitions, POs, and Vendor Management.</a:t>
            </a:r>
          </a:p>
          <a:p>
            <a:r>
              <a:rPr sz="2000" dirty="0"/>
              <a:t>Automated Workflows: Digital approval cycles.</a:t>
            </a:r>
          </a:p>
          <a:p>
            <a:r>
              <a:rPr sz="2000" dirty="0"/>
              <a:t>Vendor Evaluation: Real-time performance tracking.</a:t>
            </a:r>
          </a:p>
          <a:p>
            <a:r>
              <a:rPr sz="2000" dirty="0"/>
              <a:t>Secure Access: Robust auth and role-based permissions.</a:t>
            </a:r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C60FAEC0-28D1-9EB5-48E3-B60B61262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45" r="49768"/>
          <a:stretch>
            <a:fillRect/>
          </a:stretch>
        </p:blipFill>
        <p:spPr>
          <a:xfrm>
            <a:off x="15240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2007" y="652274"/>
            <a:ext cx="7648121" cy="1099457"/>
          </a:xfrm>
        </p:spPr>
        <p:txBody>
          <a:bodyPr>
            <a:normAutofit/>
          </a:bodyPr>
          <a:lstStyle/>
          <a:p>
            <a:r>
              <a:rPr sz="4000" dirty="0"/>
              <a:t>Technology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FFCEBA-6874-BED0-4097-63251A7041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9751953"/>
              </p:ext>
            </p:extLst>
          </p:nvPr>
        </p:nvGraphicFramePr>
        <p:xfrm>
          <a:off x="1261872" y="1455636"/>
          <a:ext cx="8331199" cy="4690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1382486"/>
            <a:ext cx="3247582" cy="4093028"/>
          </a:xfrm>
        </p:spPr>
        <p:txBody>
          <a:bodyPr anchor="ctr">
            <a:normAutofit/>
          </a:bodyPr>
          <a:lstStyle/>
          <a:p>
            <a:r>
              <a:rPr lang="en-IN" dirty="0"/>
              <a:t>Project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349100-D9BA-BA50-C207-7814B86B8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116331"/>
              </p:ext>
            </p:extLst>
          </p:nvPr>
        </p:nvGraphicFramePr>
        <p:xfrm>
          <a:off x="4951362" y="944564"/>
          <a:ext cx="5452268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690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IN" sz="4400"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4294" y="816638"/>
            <a:ext cx="5241543" cy="522472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User &amp; Role: Identity management.</a:t>
            </a:r>
          </a:p>
          <a:p>
            <a:r>
              <a:rPr lang="en-US" sz="2000" dirty="0"/>
              <a:t>Vendor: Profiles and Compliance.</a:t>
            </a:r>
          </a:p>
          <a:p>
            <a:r>
              <a:rPr lang="en-US" sz="2000" dirty="0" err="1"/>
              <a:t>VendorRating</a:t>
            </a:r>
            <a:r>
              <a:rPr lang="en-US" sz="2000" dirty="0"/>
              <a:t>: Historical performance.</a:t>
            </a:r>
          </a:p>
          <a:p>
            <a:r>
              <a:rPr lang="en-US" sz="2000" dirty="0"/>
              <a:t>Requisition: Requests with line items.</a:t>
            </a:r>
          </a:p>
          <a:p>
            <a:r>
              <a:rPr lang="en-US" sz="2000" dirty="0" err="1"/>
              <a:t>PurchaseOrder</a:t>
            </a:r>
            <a:r>
              <a:rPr lang="en-US" sz="2000" dirty="0"/>
              <a:t>: Formal orders.</a:t>
            </a:r>
          </a:p>
          <a:p>
            <a:r>
              <a:rPr lang="en-US" sz="2000" dirty="0"/>
              <a:t>Approval: Audit trail for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Authentication Flow (JWT)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AE0EEE-E5C7-FE9D-F090-C40BBD2D6B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87822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Complete Workflow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849A349A-1F0F-9108-C6BF-069711702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69321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t>Role Responsibility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54009D-9644-96B3-AA35-3BCBED67B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843851"/>
              </p:ext>
            </p:extLst>
          </p:nvPr>
        </p:nvGraphicFramePr>
        <p:xfrm>
          <a:off x="393382" y="2160588"/>
          <a:ext cx="9411017" cy="3976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765972"/>
            <a:ext cx="8596668" cy="1320800"/>
          </a:xfrm>
        </p:spPr>
        <p:txBody>
          <a:bodyPr anchor="ctr">
            <a:normAutofit/>
          </a:bodyPr>
          <a:lstStyle/>
          <a:p>
            <a:r>
              <a:rPr lang="en-IN" sz="4400">
                <a:solidFill>
                  <a:schemeClr val="bg1"/>
                </a:solidFill>
              </a:rPr>
              <a:t>Requisition Lifecycle</a:t>
            </a:r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0D8512F-43FD-5EE9-1676-C3553A780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605244"/>
              </p:ext>
            </p:extLst>
          </p:nvPr>
        </p:nvGraphicFramePr>
        <p:xfrm>
          <a:off x="642938" y="642938"/>
          <a:ext cx="10906125" cy="3286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/>
              <a:t>API Structure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30085B2C-F16C-C2E3-7FDB-9325279A88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29100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6519" y="586902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Security Implementation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C0A81DB3-4967-D234-2A91-FC749F0EA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984" y="2837329"/>
            <a:ext cx="5542502" cy="3317938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Password Hashing: </a:t>
            </a:r>
            <a:r>
              <a:rPr lang="en-US" sz="2000" dirty="0" err="1">
                <a:solidFill>
                  <a:srgbClr val="FFFFFF"/>
                </a:solidFill>
              </a:rPr>
              <a:t>BCrypt</a:t>
            </a:r>
            <a:r>
              <a:rPr lang="en-US" sz="2000" dirty="0">
                <a:solidFill>
                  <a:srgbClr val="FFFFFF"/>
                </a:solidFill>
              </a:rPr>
              <a:t> algorithm.</a:t>
            </a:r>
          </a:p>
          <a:p>
            <a:r>
              <a:rPr lang="en-US" sz="2000" dirty="0">
                <a:solidFill>
                  <a:srgbClr val="FFFFFF"/>
                </a:solidFill>
              </a:rPr>
              <a:t>Token Security: JWT with HS512 signing.</a:t>
            </a:r>
          </a:p>
          <a:p>
            <a:r>
              <a:rPr lang="en-US" sz="2000" dirty="0">
                <a:solidFill>
                  <a:srgbClr val="FFFFFF"/>
                </a:solidFill>
              </a:rPr>
              <a:t>Authorization: Method-level @PreAuthorize.</a:t>
            </a:r>
          </a:p>
          <a:p>
            <a:r>
              <a:rPr lang="en-US" sz="2000" dirty="0">
                <a:solidFill>
                  <a:srgbClr val="FFFFFF"/>
                </a:solidFill>
              </a:rPr>
              <a:t>CORS: Controlled resource sharing.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Error Handling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F3D1088-B189-2DF5-0810-C06D4E1F6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188365"/>
              </p:ext>
            </p:extLst>
          </p:nvPr>
        </p:nvGraphicFramePr>
        <p:xfrm>
          <a:off x="677334" y="1703389"/>
          <a:ext cx="9452186" cy="3793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dirty="0"/>
              <a:t>Deployment Flow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FFBA46F-5C17-C26A-5A90-5D58FD4BC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668170"/>
              </p:ext>
            </p:extLst>
          </p:nvPr>
        </p:nvGraphicFramePr>
        <p:xfrm>
          <a:off x="966893" y="1709057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722221-DF8C-53CE-6CC6-16CEC1861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948808"/>
              </p:ext>
            </p:extLst>
          </p:nvPr>
        </p:nvGraphicFramePr>
        <p:xfrm>
          <a:off x="677334" y="1930401"/>
          <a:ext cx="9431866" cy="4110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sz="4400" dirty="0"/>
              <a:t>Limitations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10E299-0241-1396-3C5D-B9097238D5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1039981"/>
              </p:ext>
            </p:extLst>
          </p:nvPr>
        </p:nvGraphicFramePr>
        <p:xfrm>
          <a:off x="1286933" y="1380581"/>
          <a:ext cx="10000827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sz="4000" dirty="0"/>
              <a:t>Future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sz="2400" dirty="0"/>
              <a:t>AI-Driven Vendor Selection.</a:t>
            </a:r>
          </a:p>
          <a:p>
            <a:r>
              <a:rPr sz="2400" dirty="0"/>
              <a:t>Blockchain for Immutable Contracts.</a:t>
            </a:r>
          </a:p>
          <a:p>
            <a:r>
              <a:rPr sz="2400" dirty="0"/>
              <a:t>Cloud Migration (AWS/Azure).</a:t>
            </a:r>
          </a:p>
          <a:p>
            <a:r>
              <a:rPr sz="2400" dirty="0"/>
              <a:t>Mobile App (Android/iOS).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592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sz="44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7150" y="816638"/>
            <a:ext cx="5740436" cy="5224724"/>
          </a:xfrm>
        </p:spPr>
        <p:txBody>
          <a:bodyPr anchor="ctr">
            <a:normAutofit/>
          </a:bodyPr>
          <a:lstStyle/>
          <a:p>
            <a:r>
              <a:rPr sz="2000" dirty="0"/>
              <a:t>Efficiency: Reduced procurement cycle time.</a:t>
            </a:r>
          </a:p>
          <a:p>
            <a:r>
              <a:rPr sz="2000" dirty="0"/>
              <a:t>Security: Airtight access control.</a:t>
            </a:r>
          </a:p>
          <a:p>
            <a:r>
              <a:rPr sz="2000" dirty="0"/>
              <a:t>Scalability: Robust Spring architecture.</a:t>
            </a:r>
          </a:p>
          <a:p>
            <a:r>
              <a:rPr sz="2000" dirty="0"/>
              <a:t>Success: MODERN Enterprise Vendor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</TotalTime>
  <Words>630</Words>
  <Application>Microsoft Office PowerPoint</Application>
  <PresentationFormat>Widescreen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</vt:lpstr>
      <vt:lpstr>Java Based Smart Procurement &amp; Vendor Management System</vt:lpstr>
      <vt:lpstr>Problem Statement</vt:lpstr>
      <vt:lpstr>Solution</vt:lpstr>
      <vt:lpstr>Technology Stack</vt:lpstr>
      <vt:lpstr>Project Architecture</vt:lpstr>
      <vt:lpstr>Database Design</vt:lpstr>
      <vt:lpstr>Authentication Flow (JWT)</vt:lpstr>
      <vt:lpstr>Complete Workflow</vt:lpstr>
      <vt:lpstr>Role Responsibility</vt:lpstr>
      <vt:lpstr>Requisition Lifecycle</vt:lpstr>
      <vt:lpstr>API Structure</vt:lpstr>
      <vt:lpstr>Security Implementation</vt:lpstr>
      <vt:lpstr>Error Handling</vt:lpstr>
      <vt:lpstr>Deployment Flow</vt:lpstr>
      <vt:lpstr>Key Features</vt:lpstr>
      <vt:lpstr>Limitations</vt:lpstr>
      <vt:lpstr>Future Enhancement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Gupta</cp:lastModifiedBy>
  <cp:revision>3</cp:revision>
  <dcterms:created xsi:type="dcterms:W3CDTF">2013-01-27T09:14:16Z</dcterms:created>
  <dcterms:modified xsi:type="dcterms:W3CDTF">2026-02-27T11:07:59Z</dcterms:modified>
  <cp:category/>
</cp:coreProperties>
</file>